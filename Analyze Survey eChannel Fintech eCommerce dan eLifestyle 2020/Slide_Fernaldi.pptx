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Teko"/>
      <p:regular r:id="rId28"/>
      <p:bold r:id="rId29"/>
    </p:embeddedFont>
    <p:embeddedFont>
      <p:font typeface="Hin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Teko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Tek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Hind-bold.fntdata"/><Relationship Id="rId30" Type="http://schemas.openxmlformats.org/officeDocument/2006/relationships/font" Target="fonts/Hind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8" name="Shape 3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9" name="Google Shape;31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0" name="Google Shape;31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4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ga8fc909745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6" name="Google Shape;3186;ga8fc909745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ga8fc909745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2" name="Google Shape;3192;ga8fc909745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6" name="Shape 3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Google Shape;3197;ga8fc909745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8" name="Google Shape;3198;ga8fc909745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2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ga8fc909745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4" name="Google Shape;3204;ga8fc909745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9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a8fc909745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a8fc909745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5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ga8fc909745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7" name="Google Shape;3217;ga8fc909745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ga8fc909745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3" name="Google Shape;3223;ga8fc909745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8" name="Shape 3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9" name="Google Shape;3229;ga8fc909745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0" name="Google Shape;3230;ga8fc909745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4" name="Shape 3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" name="Google Shape;3235;ga8fc909745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6" name="Google Shape;3236;ga8fc909745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ga8fc909745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2" name="Google Shape;3242;ga8fc909745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7" name="Shape 3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8" name="Google Shape;3248;ga8fc909745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9" name="Google Shape;3249;ga8fc909745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4" name="Shape 3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5" name="Google Shape;3255;ga8fc909745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6" name="Google Shape;3256;ga8fc909745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ga8fc909745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2" name="Google Shape;3262;ga8fc909745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ga8fc909745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8" name="Google Shape;3268;ga8fc909745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ga8fc909745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3" name="Google Shape;3273;ga8fc909745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6" name="Shape 3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" name="Google Shape;3277;ga8fc909745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8" name="Google Shape;3278;ga8fc909745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1" name="Shape 3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2" name="Google Shape;3282;ga8fc909745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3" name="Google Shape;3283;ga8fc909745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ga1fd109037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8" name="Google Shape;3288;ga1fd109037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3" name="Shape 3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4" name="Google Shape;3294;ga8fc909745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5" name="Google Shape;3295;ga8fc909745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0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ga8fc909745_1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2" name="Google Shape;3302;ga8fc909745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7" name="Shape 3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" name="Google Shape;3308;ga8fc90974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9" name="Google Shape;3309;ga8fc90974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4" name="Shape 3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5" name="Google Shape;3315;ga2a6271587_0_39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6" name="Google Shape;3316;ga2a6271587_0_39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://www.freepik.com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7ECD9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13225" y="1138275"/>
            <a:ext cx="7726800" cy="400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314246" y="432854"/>
            <a:ext cx="1290145" cy="1175434"/>
          </a:xfrm>
          <a:custGeom>
            <a:rect b="b" l="l" r="r" t="t"/>
            <a:pathLst>
              <a:path extrusionOk="0" h="34450" w="37812">
                <a:moveTo>
                  <a:pt x="18906" y="1"/>
                </a:moveTo>
                <a:cubicBezTo>
                  <a:pt x="14498" y="1"/>
                  <a:pt x="10091" y="1681"/>
                  <a:pt x="6731" y="5040"/>
                </a:cubicBezTo>
                <a:cubicBezTo>
                  <a:pt x="0" y="11771"/>
                  <a:pt x="0" y="22682"/>
                  <a:pt x="6731" y="29401"/>
                </a:cubicBezTo>
                <a:cubicBezTo>
                  <a:pt x="10091" y="32767"/>
                  <a:pt x="14498" y="34450"/>
                  <a:pt x="18906" y="34450"/>
                </a:cubicBezTo>
                <a:cubicBezTo>
                  <a:pt x="23314" y="34450"/>
                  <a:pt x="27721" y="32767"/>
                  <a:pt x="31081" y="29401"/>
                </a:cubicBezTo>
                <a:cubicBezTo>
                  <a:pt x="37812" y="22682"/>
                  <a:pt x="37812" y="11771"/>
                  <a:pt x="31081" y="5040"/>
                </a:cubicBezTo>
                <a:cubicBezTo>
                  <a:pt x="27721" y="1681"/>
                  <a:pt x="23314" y="1"/>
                  <a:pt x="1890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1370" y="2525950"/>
            <a:ext cx="508422" cy="508797"/>
          </a:xfrm>
          <a:custGeom>
            <a:rect b="b" l="l" r="r" t="t"/>
            <a:pathLst>
              <a:path extrusionOk="0" h="14912" w="14901">
                <a:moveTo>
                  <a:pt x="1" y="0"/>
                </a:moveTo>
                <a:lnTo>
                  <a:pt x="1" y="14912"/>
                </a:lnTo>
                <a:lnTo>
                  <a:pt x="14900" y="14912"/>
                </a:lnTo>
                <a:lnTo>
                  <a:pt x="149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804588" y="254826"/>
            <a:ext cx="567245" cy="476554"/>
            <a:chOff x="1655600" y="1342675"/>
            <a:chExt cx="415625" cy="349175"/>
          </a:xfrm>
        </p:grpSpPr>
        <p:sp>
          <p:nvSpPr>
            <p:cNvPr id="13" name="Google Shape;13;p2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2"/>
          <p:cNvSpPr/>
          <p:nvPr/>
        </p:nvSpPr>
        <p:spPr>
          <a:xfrm>
            <a:off x="717601" y="867575"/>
            <a:ext cx="3854363" cy="264449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17589" y="0"/>
            <a:ext cx="34" cy="3268457"/>
          </a:xfrm>
          <a:custGeom>
            <a:rect b="b" l="l" r="r" t="t"/>
            <a:pathLst>
              <a:path extrusionOk="0" fill="none" h="95793" w="1">
                <a:moveTo>
                  <a:pt x="1" y="0"/>
                </a:moveTo>
                <a:lnTo>
                  <a:pt x="1" y="95793"/>
                </a:lnTo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>
            <p:ph type="ctrTitle"/>
          </p:nvPr>
        </p:nvSpPr>
        <p:spPr>
          <a:xfrm>
            <a:off x="713225" y="2148550"/>
            <a:ext cx="7726800" cy="88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Teko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2"/>
          <p:cNvSpPr txBox="1"/>
          <p:nvPr>
            <p:ph idx="1" type="subTitle"/>
          </p:nvPr>
        </p:nvSpPr>
        <p:spPr>
          <a:xfrm>
            <a:off x="713225" y="3075000"/>
            <a:ext cx="772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1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3768699" y="2121147"/>
            <a:ext cx="3792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3"/>
          <p:cNvSpPr txBox="1"/>
          <p:nvPr>
            <p:ph hasCustomPrompt="1" idx="2" type="title"/>
          </p:nvPr>
        </p:nvSpPr>
        <p:spPr>
          <a:xfrm>
            <a:off x="2644950" y="1049380"/>
            <a:ext cx="1564200" cy="155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" name="Google Shape;84;p3"/>
          <p:cNvSpPr/>
          <p:nvPr/>
        </p:nvSpPr>
        <p:spPr>
          <a:xfrm>
            <a:off x="2905995" y="2420749"/>
            <a:ext cx="699732" cy="1073391"/>
          </a:xfrm>
          <a:custGeom>
            <a:rect b="b" l="l" r="r" t="t"/>
            <a:pathLst>
              <a:path extrusionOk="0" h="32099" w="20925">
                <a:moveTo>
                  <a:pt x="1869" y="0"/>
                </a:moveTo>
                <a:cubicBezTo>
                  <a:pt x="671" y="2647"/>
                  <a:pt x="1" y="7881"/>
                  <a:pt x="1" y="10971"/>
                </a:cubicBezTo>
                <a:cubicBezTo>
                  <a:pt x="1" y="22553"/>
                  <a:pt x="9331" y="31979"/>
                  <a:pt x="20925" y="32099"/>
                </a:cubicBezTo>
                <a:lnTo>
                  <a:pt x="2092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100815" y="-202978"/>
            <a:ext cx="33" cy="2901355"/>
          </a:xfrm>
          <a:custGeom>
            <a:rect b="b" l="l" r="r" t="t"/>
            <a:pathLst>
              <a:path extrusionOk="0" fill="none" h="86763" w="1">
                <a:moveTo>
                  <a:pt x="0" y="86762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6016068" y="1455860"/>
            <a:ext cx="699732" cy="345669"/>
          </a:xfrm>
          <a:custGeom>
            <a:rect b="b" l="l" r="r" t="t"/>
            <a:pathLst>
              <a:path extrusionOk="0" h="10337" w="20925">
                <a:moveTo>
                  <a:pt x="1" y="0"/>
                </a:moveTo>
                <a:cubicBezTo>
                  <a:pt x="72" y="5725"/>
                  <a:pt x="4732" y="10336"/>
                  <a:pt x="10457" y="10336"/>
                </a:cubicBezTo>
                <a:cubicBezTo>
                  <a:pt x="16194" y="10336"/>
                  <a:pt x="20853" y="5725"/>
                  <a:pt x="209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016068" y="1799891"/>
            <a:ext cx="699732" cy="345669"/>
          </a:xfrm>
          <a:custGeom>
            <a:rect b="b" l="l" r="r" t="t"/>
            <a:pathLst>
              <a:path extrusionOk="0" h="10337" w="20925">
                <a:moveTo>
                  <a:pt x="10457" y="0"/>
                </a:moveTo>
                <a:cubicBezTo>
                  <a:pt x="4732" y="0"/>
                  <a:pt x="72" y="4612"/>
                  <a:pt x="1" y="10337"/>
                </a:cubicBezTo>
                <a:lnTo>
                  <a:pt x="20925" y="10337"/>
                </a:lnTo>
                <a:cubicBezTo>
                  <a:pt x="20853" y="4612"/>
                  <a:pt x="16194" y="0"/>
                  <a:pt x="10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" type="subTitle"/>
          </p:nvPr>
        </p:nvSpPr>
        <p:spPr>
          <a:xfrm>
            <a:off x="718673" y="1217800"/>
            <a:ext cx="73773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2365352" y="444918"/>
            <a:ext cx="164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5"/>
          <p:cNvSpPr txBox="1"/>
          <p:nvPr>
            <p:ph idx="1" type="subTitle"/>
          </p:nvPr>
        </p:nvSpPr>
        <p:spPr>
          <a:xfrm>
            <a:off x="5129248" y="2596635"/>
            <a:ext cx="16458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Teko"/>
              <a:buNone/>
              <a:defRPr sz="40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160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160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160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160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160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160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1600"/>
              </a:spcBef>
              <a:spcAft>
                <a:spcPts val="160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94" name="Google Shape;94;p5"/>
          <p:cNvSpPr txBox="1"/>
          <p:nvPr>
            <p:ph idx="2" type="subTitle"/>
          </p:nvPr>
        </p:nvSpPr>
        <p:spPr>
          <a:xfrm>
            <a:off x="1267952" y="1208184"/>
            <a:ext cx="27432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idx="3" type="subTitle"/>
          </p:nvPr>
        </p:nvSpPr>
        <p:spPr>
          <a:xfrm>
            <a:off x="5129248" y="3363047"/>
            <a:ext cx="27468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"/>
          <p:cNvSpPr/>
          <p:nvPr/>
        </p:nvSpPr>
        <p:spPr>
          <a:xfrm flipH="1">
            <a:off x="4242998" y="2050626"/>
            <a:ext cx="643252" cy="3092864"/>
          </a:xfrm>
          <a:custGeom>
            <a:rect b="b" l="l" r="r" t="t"/>
            <a:pathLst>
              <a:path extrusionOk="0" h="79888" w="19236">
                <a:moveTo>
                  <a:pt x="1" y="1"/>
                </a:moveTo>
                <a:lnTo>
                  <a:pt x="1" y="79888"/>
                </a:lnTo>
                <a:lnTo>
                  <a:pt x="19236" y="79888"/>
                </a:lnTo>
                <a:lnTo>
                  <a:pt x="192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 flipH="1">
            <a:off x="4139654" y="-278022"/>
            <a:ext cx="33" cy="2901355"/>
          </a:xfrm>
          <a:custGeom>
            <a:rect b="b" l="l" r="r" t="t"/>
            <a:pathLst>
              <a:path extrusionOk="0" fill="none" h="86763" w="1">
                <a:moveTo>
                  <a:pt x="0" y="86762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5"/>
          <p:cNvGrpSpPr/>
          <p:nvPr/>
        </p:nvGrpSpPr>
        <p:grpSpPr>
          <a:xfrm flipH="1">
            <a:off x="4242991" y="703559"/>
            <a:ext cx="555973" cy="403086"/>
            <a:chOff x="3759929" y="931284"/>
            <a:chExt cx="555973" cy="403086"/>
          </a:xfrm>
        </p:grpSpPr>
        <p:sp>
          <p:nvSpPr>
            <p:cNvPr id="99" name="Google Shape;99;p5"/>
            <p:cNvSpPr/>
            <p:nvPr/>
          </p:nvSpPr>
          <p:spPr>
            <a:xfrm>
              <a:off x="3759929" y="93128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7"/>
                    <a:pt x="205" y="551"/>
                  </a:cubicBezTo>
                  <a:cubicBezTo>
                    <a:pt x="271" y="617"/>
                    <a:pt x="353" y="646"/>
                    <a:pt x="434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3835637" y="93128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17"/>
                    <a:pt x="358" y="646"/>
                    <a:pt x="439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3911747" y="93128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3987421" y="931284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5" y="0"/>
                    <a:pt x="1" y="347"/>
                    <a:pt x="205" y="551"/>
                  </a:cubicBezTo>
                  <a:cubicBezTo>
                    <a:pt x="271" y="617"/>
                    <a:pt x="352" y="646"/>
                    <a:pt x="431" y="646"/>
                  </a:cubicBezTo>
                  <a:cubicBezTo>
                    <a:pt x="597" y="646"/>
                    <a:pt x="756" y="518"/>
                    <a:pt x="756" y="323"/>
                  </a:cubicBezTo>
                  <a:cubicBezTo>
                    <a:pt x="756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4063129" y="93128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2" y="646"/>
                    <a:pt x="434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4138838" y="93128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4214914" y="93128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7"/>
                    <a:pt x="205" y="551"/>
                  </a:cubicBezTo>
                  <a:cubicBezTo>
                    <a:pt x="271" y="617"/>
                    <a:pt x="353" y="646"/>
                    <a:pt x="434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4290622" y="931284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3763540" y="994553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1" y="156"/>
                    <a:pt x="1" y="336"/>
                  </a:cubicBezTo>
                  <a:cubicBezTo>
                    <a:pt x="1" y="515"/>
                    <a:pt x="144" y="659"/>
                    <a:pt x="324" y="659"/>
                  </a:cubicBezTo>
                  <a:cubicBezTo>
                    <a:pt x="504" y="659"/>
                    <a:pt x="648" y="515"/>
                    <a:pt x="648" y="336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3835637" y="99495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3915358" y="994553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3" y="0"/>
                  </a:moveTo>
                  <a:cubicBezTo>
                    <a:pt x="144" y="0"/>
                    <a:pt x="0" y="156"/>
                    <a:pt x="0" y="336"/>
                  </a:cubicBezTo>
                  <a:cubicBezTo>
                    <a:pt x="0" y="515"/>
                    <a:pt x="144" y="659"/>
                    <a:pt x="323" y="659"/>
                  </a:cubicBezTo>
                  <a:cubicBezTo>
                    <a:pt x="503" y="659"/>
                    <a:pt x="647" y="515"/>
                    <a:pt x="647" y="336"/>
                  </a:cubicBezTo>
                  <a:cubicBezTo>
                    <a:pt x="647" y="156"/>
                    <a:pt x="503" y="0"/>
                    <a:pt x="32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3987421" y="994954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5" y="0"/>
                    <a:pt x="1" y="348"/>
                    <a:pt x="205" y="551"/>
                  </a:cubicBezTo>
                  <a:cubicBezTo>
                    <a:pt x="271" y="617"/>
                    <a:pt x="352" y="647"/>
                    <a:pt x="431" y="647"/>
                  </a:cubicBezTo>
                  <a:cubicBezTo>
                    <a:pt x="597" y="647"/>
                    <a:pt x="756" y="518"/>
                    <a:pt x="756" y="324"/>
                  </a:cubicBezTo>
                  <a:cubicBezTo>
                    <a:pt x="756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4063129" y="99495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4142850" y="994553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3" y="0"/>
                  </a:moveTo>
                  <a:cubicBezTo>
                    <a:pt x="144" y="0"/>
                    <a:pt x="0" y="156"/>
                    <a:pt x="0" y="336"/>
                  </a:cubicBezTo>
                  <a:cubicBezTo>
                    <a:pt x="0" y="515"/>
                    <a:pt x="144" y="659"/>
                    <a:pt x="323" y="659"/>
                  </a:cubicBezTo>
                  <a:cubicBezTo>
                    <a:pt x="503" y="659"/>
                    <a:pt x="647" y="515"/>
                    <a:pt x="647" y="336"/>
                  </a:cubicBezTo>
                  <a:cubicBezTo>
                    <a:pt x="647" y="156"/>
                    <a:pt x="503" y="0"/>
                    <a:pt x="32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4218525" y="994553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1" y="156"/>
                    <a:pt x="1" y="336"/>
                  </a:cubicBezTo>
                  <a:cubicBezTo>
                    <a:pt x="1" y="515"/>
                    <a:pt x="144" y="659"/>
                    <a:pt x="324" y="659"/>
                  </a:cubicBezTo>
                  <a:cubicBezTo>
                    <a:pt x="504" y="659"/>
                    <a:pt x="648" y="515"/>
                    <a:pt x="648" y="336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4290622" y="994954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3763540" y="1058223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1" y="144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3835637" y="1058223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4" y="629"/>
                    <a:pt x="357" y="659"/>
                    <a:pt x="437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3915358" y="1058223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3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59"/>
                    <a:pt x="323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44"/>
                    <a:pt x="503" y="1"/>
                    <a:pt x="32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3987421" y="1058223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5" y="1"/>
                    <a:pt x="1" y="348"/>
                    <a:pt x="205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6" y="659"/>
                    <a:pt x="756" y="527"/>
                    <a:pt x="756" y="324"/>
                  </a:cubicBezTo>
                  <a:cubicBezTo>
                    <a:pt x="756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4063129" y="1058223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4142850" y="1058223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3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59"/>
                    <a:pt x="323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44"/>
                    <a:pt x="503" y="1"/>
                    <a:pt x="32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4218525" y="1058223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1" y="144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4290622" y="1058223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3759929" y="1121926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7"/>
                    <a:pt x="205" y="551"/>
                  </a:cubicBezTo>
                  <a:cubicBezTo>
                    <a:pt x="271" y="617"/>
                    <a:pt x="353" y="646"/>
                    <a:pt x="434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3835637" y="1121926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17"/>
                    <a:pt x="358" y="646"/>
                    <a:pt x="439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911747" y="112192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3987421" y="112192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5" y="0"/>
                    <a:pt x="1" y="347"/>
                    <a:pt x="205" y="551"/>
                  </a:cubicBezTo>
                  <a:cubicBezTo>
                    <a:pt x="271" y="617"/>
                    <a:pt x="352" y="646"/>
                    <a:pt x="431" y="646"/>
                  </a:cubicBezTo>
                  <a:cubicBezTo>
                    <a:pt x="597" y="646"/>
                    <a:pt x="756" y="518"/>
                    <a:pt x="756" y="323"/>
                  </a:cubicBezTo>
                  <a:cubicBezTo>
                    <a:pt x="756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4063129" y="1121926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2" y="646"/>
                    <a:pt x="434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4138838" y="112192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4214914" y="1121926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7"/>
                    <a:pt x="205" y="551"/>
                  </a:cubicBezTo>
                  <a:cubicBezTo>
                    <a:pt x="271" y="617"/>
                    <a:pt x="353" y="646"/>
                    <a:pt x="434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4290622" y="112192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3763540" y="118559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3835637" y="1185596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3915358" y="118559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3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3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3987421" y="118559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5" y="0"/>
                    <a:pt x="1" y="348"/>
                    <a:pt x="205" y="551"/>
                  </a:cubicBezTo>
                  <a:cubicBezTo>
                    <a:pt x="271" y="617"/>
                    <a:pt x="352" y="647"/>
                    <a:pt x="431" y="647"/>
                  </a:cubicBezTo>
                  <a:cubicBezTo>
                    <a:pt x="597" y="647"/>
                    <a:pt x="756" y="518"/>
                    <a:pt x="756" y="324"/>
                  </a:cubicBezTo>
                  <a:cubicBezTo>
                    <a:pt x="756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4063129" y="1185596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2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4142850" y="118559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3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3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4218525" y="118559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4290622" y="118559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3759929" y="1248864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32" y="1"/>
                  </a:moveTo>
                  <a:cubicBezTo>
                    <a:pt x="145" y="1"/>
                    <a:pt x="1" y="360"/>
                    <a:pt x="205" y="564"/>
                  </a:cubicBezTo>
                  <a:cubicBezTo>
                    <a:pt x="271" y="630"/>
                    <a:pt x="353" y="659"/>
                    <a:pt x="434" y="659"/>
                  </a:cubicBezTo>
                  <a:cubicBezTo>
                    <a:pt x="603" y="659"/>
                    <a:pt x="767" y="531"/>
                    <a:pt x="767" y="336"/>
                  </a:cubicBezTo>
                  <a:cubicBezTo>
                    <a:pt x="767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3835637" y="1248864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4" y="630"/>
                    <a:pt x="358" y="659"/>
                    <a:pt x="439" y="659"/>
                  </a:cubicBezTo>
                  <a:cubicBezTo>
                    <a:pt x="608" y="659"/>
                    <a:pt x="767" y="531"/>
                    <a:pt x="767" y="336"/>
                  </a:cubicBezTo>
                  <a:cubicBezTo>
                    <a:pt x="767" y="157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3911747" y="1248864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3987421" y="1248864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5" y="1"/>
                    <a:pt x="1" y="348"/>
                    <a:pt x="205" y="564"/>
                  </a:cubicBezTo>
                  <a:cubicBezTo>
                    <a:pt x="271" y="630"/>
                    <a:pt x="352" y="659"/>
                    <a:pt x="431" y="659"/>
                  </a:cubicBezTo>
                  <a:cubicBezTo>
                    <a:pt x="597" y="659"/>
                    <a:pt x="756" y="531"/>
                    <a:pt x="756" y="336"/>
                  </a:cubicBezTo>
                  <a:cubicBezTo>
                    <a:pt x="756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4063129" y="1248864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2" y="659"/>
                    <a:pt x="434" y="659"/>
                  </a:cubicBezTo>
                  <a:cubicBezTo>
                    <a:pt x="603" y="659"/>
                    <a:pt x="767" y="531"/>
                    <a:pt x="767" y="336"/>
                  </a:cubicBezTo>
                  <a:cubicBezTo>
                    <a:pt x="767" y="157"/>
                    <a:pt x="611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4138838" y="1248864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56" y="1"/>
                    <a:pt x="0" y="360"/>
                    <a:pt x="216" y="564"/>
                  </a:cubicBezTo>
                  <a:cubicBezTo>
                    <a:pt x="282" y="630"/>
                    <a:pt x="363" y="659"/>
                    <a:pt x="442" y="659"/>
                  </a:cubicBezTo>
                  <a:cubicBezTo>
                    <a:pt x="608" y="659"/>
                    <a:pt x="767" y="531"/>
                    <a:pt x="767" y="336"/>
                  </a:cubicBezTo>
                  <a:cubicBezTo>
                    <a:pt x="767" y="157"/>
                    <a:pt x="623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4214914" y="1248864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32" y="1"/>
                  </a:moveTo>
                  <a:cubicBezTo>
                    <a:pt x="145" y="1"/>
                    <a:pt x="1" y="360"/>
                    <a:pt x="205" y="564"/>
                  </a:cubicBezTo>
                  <a:cubicBezTo>
                    <a:pt x="271" y="630"/>
                    <a:pt x="353" y="659"/>
                    <a:pt x="434" y="659"/>
                  </a:cubicBezTo>
                  <a:cubicBezTo>
                    <a:pt x="603" y="659"/>
                    <a:pt x="767" y="531"/>
                    <a:pt x="767" y="336"/>
                  </a:cubicBezTo>
                  <a:cubicBezTo>
                    <a:pt x="767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4290622" y="1248864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3763540" y="1312567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3835637" y="1312567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9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3915358" y="1312567"/>
              <a:ext cx="21636" cy="21636"/>
            </a:xfrm>
            <a:custGeom>
              <a:rect b="b" l="l" r="r" t="t"/>
              <a:pathLst>
                <a:path extrusionOk="0" h="647" w="647">
                  <a:moveTo>
                    <a:pt x="323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3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3987421" y="1312567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5" y="0"/>
                    <a:pt x="1" y="348"/>
                    <a:pt x="205" y="551"/>
                  </a:cubicBezTo>
                  <a:cubicBezTo>
                    <a:pt x="271" y="621"/>
                    <a:pt x="352" y="652"/>
                    <a:pt x="431" y="652"/>
                  </a:cubicBezTo>
                  <a:cubicBezTo>
                    <a:pt x="597" y="652"/>
                    <a:pt x="756" y="518"/>
                    <a:pt x="756" y="324"/>
                  </a:cubicBezTo>
                  <a:cubicBezTo>
                    <a:pt x="756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4063129" y="1312567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142850" y="1312567"/>
              <a:ext cx="21636" cy="21636"/>
            </a:xfrm>
            <a:custGeom>
              <a:rect b="b" l="l" r="r" t="t"/>
              <a:pathLst>
                <a:path extrusionOk="0" h="647" w="647">
                  <a:moveTo>
                    <a:pt x="323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3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4218525" y="1312567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4290622" y="1312567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" name="Google Shape;155;p5"/>
          <p:cNvGrpSpPr/>
          <p:nvPr/>
        </p:nvGrpSpPr>
        <p:grpSpPr>
          <a:xfrm flipH="1">
            <a:off x="3590547" y="2901861"/>
            <a:ext cx="556341" cy="466622"/>
            <a:chOff x="4679930" y="3604311"/>
            <a:chExt cx="556341" cy="466622"/>
          </a:xfrm>
        </p:grpSpPr>
        <p:sp>
          <p:nvSpPr>
            <p:cNvPr id="156" name="Google Shape;156;p5"/>
            <p:cNvSpPr/>
            <p:nvPr/>
          </p:nvSpPr>
          <p:spPr>
            <a:xfrm>
              <a:off x="4679930" y="36043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4759618" y="36043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4831714" y="36043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4907422" y="36043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4987110" y="36043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5059207" y="36043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5134915" y="36043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14201" y="36043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4679930" y="36679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4756040" y="36679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4831714" y="36679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4907422" y="36679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4983131" y="36679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5059207" y="36679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5135015" y="36679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5210623" y="36679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4679930" y="37312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4759618" y="37312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4831714" y="37312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4907422" y="37312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4987110" y="37312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5059207" y="37312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5134915" y="37312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5214201" y="37312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4679930" y="37949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4759618" y="37949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4831714" y="37949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4907422" y="37949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4987110" y="37949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5059207" y="37949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5134915" y="37949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5214201" y="37949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4679930" y="38586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4756040" y="38586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4831714" y="38586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4907422" y="38586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4983131" y="38586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059207" y="38586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134915" y="38586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210623" y="38586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4679930" y="39218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9618" y="39218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831714" y="39218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907422" y="39218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4987110" y="39218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5059207" y="39218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134915" y="39218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5214201" y="39218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4679930" y="39855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4756040" y="39855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4831714" y="39855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4907422" y="39855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4983131" y="39855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5059207" y="39855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5134915" y="39855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210623" y="39855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4679930" y="4049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4756040" y="4049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4831714" y="40492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4907422" y="4049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4983131" y="4049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5059207" y="40492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5134915" y="4049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5210623" y="4049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5"/>
          <p:cNvSpPr/>
          <p:nvPr/>
        </p:nvSpPr>
        <p:spPr>
          <a:xfrm>
            <a:off x="0" y="3739547"/>
            <a:ext cx="368475" cy="1403957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8440089" y="0"/>
            <a:ext cx="33" cy="1623713"/>
          </a:xfrm>
          <a:custGeom>
            <a:rect b="b" l="l" r="r" t="t"/>
            <a:pathLst>
              <a:path extrusionOk="0" fill="none" h="48556" w="1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8272665" y="1564803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6852626" y="539493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 flipH="1">
            <a:off x="4989567" y="2520303"/>
            <a:ext cx="33" cy="2901355"/>
          </a:xfrm>
          <a:custGeom>
            <a:rect b="b" l="l" r="r" t="t"/>
            <a:pathLst>
              <a:path extrusionOk="0" fill="none" h="86763" w="1">
                <a:moveTo>
                  <a:pt x="0" y="86762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/>
          <p:nvPr>
            <p:ph type="title"/>
          </p:nvPr>
        </p:nvSpPr>
        <p:spPr>
          <a:xfrm>
            <a:off x="713225" y="445025"/>
            <a:ext cx="38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6"/>
          <p:cNvSpPr/>
          <p:nvPr/>
        </p:nvSpPr>
        <p:spPr>
          <a:xfrm>
            <a:off x="8700596" y="885330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8" name="Google Shape;228;p6"/>
          <p:cNvGrpSpPr/>
          <p:nvPr/>
        </p:nvGrpSpPr>
        <p:grpSpPr>
          <a:xfrm>
            <a:off x="8291364" y="131329"/>
            <a:ext cx="555934" cy="466650"/>
            <a:chOff x="4723089" y="2279829"/>
            <a:chExt cx="555934" cy="466650"/>
          </a:xfrm>
        </p:grpSpPr>
        <p:sp>
          <p:nvSpPr>
            <p:cNvPr id="229" name="Google Shape;229;p6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6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6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6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6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6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6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6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6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6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6"/>
          <p:cNvSpPr/>
          <p:nvPr/>
        </p:nvSpPr>
        <p:spPr>
          <a:xfrm>
            <a:off x="9007800" y="0"/>
            <a:ext cx="136201" cy="1645718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5" name="Google Shape;295;p7"/>
          <p:cNvCxnSpPr/>
          <p:nvPr/>
        </p:nvCxnSpPr>
        <p:spPr>
          <a:xfrm rot="10800000">
            <a:off x="8057675" y="1840400"/>
            <a:ext cx="0" cy="420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7"/>
          <p:cNvSpPr/>
          <p:nvPr/>
        </p:nvSpPr>
        <p:spPr>
          <a:xfrm>
            <a:off x="990474" y="1121063"/>
            <a:ext cx="719331" cy="719331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1128446" y="1278780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1571862" y="539500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8197846" y="3552992"/>
            <a:ext cx="719361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rgbClr val="0065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6273086" y="4361191"/>
            <a:ext cx="2870924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1" name="Google Shape;301;p7"/>
          <p:cNvGrpSpPr/>
          <p:nvPr/>
        </p:nvGrpSpPr>
        <p:grpSpPr>
          <a:xfrm>
            <a:off x="8279551" y="180541"/>
            <a:ext cx="555940" cy="467056"/>
            <a:chOff x="1655600" y="1342675"/>
            <a:chExt cx="415625" cy="349175"/>
          </a:xfrm>
        </p:grpSpPr>
        <p:sp>
          <p:nvSpPr>
            <p:cNvPr id="302" name="Google Shape;302;p7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" name="Google Shape;366;p7"/>
          <p:cNvSpPr/>
          <p:nvPr/>
        </p:nvSpPr>
        <p:spPr>
          <a:xfrm>
            <a:off x="1435650" y="3"/>
            <a:ext cx="136201" cy="2879229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rgbClr val="E73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7"/>
          <p:cNvSpPr/>
          <p:nvPr/>
        </p:nvSpPr>
        <p:spPr>
          <a:xfrm>
            <a:off x="0" y="1432096"/>
            <a:ext cx="1435658" cy="859963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 txBox="1"/>
          <p:nvPr>
            <p:ph type="title"/>
          </p:nvPr>
        </p:nvSpPr>
        <p:spPr>
          <a:xfrm>
            <a:off x="2006669" y="1024128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9" name="Google Shape;369;p7"/>
          <p:cNvSpPr txBox="1"/>
          <p:nvPr>
            <p:ph idx="1" type="subTitle"/>
          </p:nvPr>
        </p:nvSpPr>
        <p:spPr>
          <a:xfrm>
            <a:off x="2002750" y="1753911"/>
            <a:ext cx="3871800" cy="14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8"/>
          <p:cNvSpPr/>
          <p:nvPr/>
        </p:nvSpPr>
        <p:spPr>
          <a:xfrm>
            <a:off x="713237" y="539500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5683746" y="1223255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5647330" y="0"/>
            <a:ext cx="136201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 flipH="1">
            <a:off x="7174094" y="2066784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 flipH="1">
            <a:off x="5783523" y="1361877"/>
            <a:ext cx="2164003" cy="1311316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8137302" y="4443150"/>
            <a:ext cx="1046869" cy="165428"/>
          </a:xfrm>
          <a:custGeom>
            <a:rect b="b" l="l" r="r" t="t"/>
            <a:pathLst>
              <a:path extrusionOk="0" h="4947" w="21752">
                <a:moveTo>
                  <a:pt x="1" y="0"/>
                </a:moveTo>
                <a:lnTo>
                  <a:pt x="1" y="4947"/>
                </a:lnTo>
                <a:lnTo>
                  <a:pt x="21751" y="4947"/>
                </a:lnTo>
                <a:lnTo>
                  <a:pt x="2175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8251141" y="4488751"/>
            <a:ext cx="379343" cy="332360"/>
          </a:xfrm>
          <a:custGeom>
            <a:rect b="b" l="l" r="r" t="t"/>
            <a:pathLst>
              <a:path extrusionOk="0" h="9939" w="11344">
                <a:moveTo>
                  <a:pt x="5679" y="0"/>
                </a:moveTo>
                <a:cubicBezTo>
                  <a:pt x="4013" y="0"/>
                  <a:pt x="2386" y="838"/>
                  <a:pt x="1450" y="2351"/>
                </a:cubicBezTo>
                <a:cubicBezTo>
                  <a:pt x="1" y="4687"/>
                  <a:pt x="719" y="7753"/>
                  <a:pt x="3055" y="9190"/>
                </a:cubicBezTo>
                <a:cubicBezTo>
                  <a:pt x="3872" y="9697"/>
                  <a:pt x="4778" y="9939"/>
                  <a:pt x="5673" y="9939"/>
                </a:cubicBezTo>
                <a:cubicBezTo>
                  <a:pt x="7336" y="9939"/>
                  <a:pt x="8959" y="9104"/>
                  <a:pt x="9894" y="7585"/>
                </a:cubicBezTo>
                <a:cubicBezTo>
                  <a:pt x="11343" y="5250"/>
                  <a:pt x="10612" y="2183"/>
                  <a:pt x="8289" y="746"/>
                </a:cubicBezTo>
                <a:cubicBezTo>
                  <a:pt x="7474" y="241"/>
                  <a:pt x="6571" y="0"/>
                  <a:pt x="567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8" name="Google Shape;378;p8"/>
          <p:cNvGrpSpPr/>
          <p:nvPr/>
        </p:nvGrpSpPr>
        <p:grpSpPr>
          <a:xfrm>
            <a:off x="7883964" y="72854"/>
            <a:ext cx="555934" cy="466650"/>
            <a:chOff x="4723089" y="2279829"/>
            <a:chExt cx="555934" cy="466650"/>
          </a:xfrm>
        </p:grpSpPr>
        <p:sp>
          <p:nvSpPr>
            <p:cNvPr id="379" name="Google Shape;379;p8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8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8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8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8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8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8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8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8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8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8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8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8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8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3" name="Google Shape;443;p8"/>
          <p:cNvSpPr/>
          <p:nvPr/>
        </p:nvSpPr>
        <p:spPr>
          <a:xfrm flipH="1">
            <a:off x="8523952" y="0"/>
            <a:ext cx="620011" cy="890373"/>
          </a:xfrm>
          <a:custGeom>
            <a:rect b="b" l="l" r="r" t="t"/>
            <a:pathLst>
              <a:path extrusionOk="0" h="26626" w="18541">
                <a:moveTo>
                  <a:pt x="0" y="0"/>
                </a:moveTo>
                <a:lnTo>
                  <a:pt x="0" y="26625"/>
                </a:lnTo>
                <a:lnTo>
                  <a:pt x="12624" y="26625"/>
                </a:lnTo>
                <a:cubicBezTo>
                  <a:pt x="15894" y="26625"/>
                  <a:pt x="18541" y="23966"/>
                  <a:pt x="18541" y="20708"/>
                </a:cubicBezTo>
                <a:lnTo>
                  <a:pt x="1854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"/>
          <p:cNvSpPr txBox="1"/>
          <p:nvPr>
            <p:ph type="title"/>
          </p:nvPr>
        </p:nvSpPr>
        <p:spPr>
          <a:xfrm>
            <a:off x="1494588" y="1320050"/>
            <a:ext cx="3751200" cy="271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9"/>
          <p:cNvSpPr/>
          <p:nvPr/>
        </p:nvSpPr>
        <p:spPr>
          <a:xfrm>
            <a:off x="3866378" y="3755928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rgbClr val="E73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0" y="2021486"/>
            <a:ext cx="4033589" cy="550257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8" name="Google Shape;448;p9"/>
          <p:cNvGrpSpPr/>
          <p:nvPr/>
        </p:nvGrpSpPr>
        <p:grpSpPr>
          <a:xfrm>
            <a:off x="3331208" y="1414191"/>
            <a:ext cx="555940" cy="467056"/>
            <a:chOff x="1655600" y="1342675"/>
            <a:chExt cx="415625" cy="349175"/>
          </a:xfrm>
        </p:grpSpPr>
        <p:sp>
          <p:nvSpPr>
            <p:cNvPr id="449" name="Google Shape;449;p9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9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9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9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9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9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9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9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9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9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9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9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9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9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9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9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9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9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9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13" name="Google Shape;513;p9"/>
          <p:cNvCxnSpPr/>
          <p:nvPr/>
        </p:nvCxnSpPr>
        <p:spPr>
          <a:xfrm>
            <a:off x="4033563" y="9450"/>
            <a:ext cx="0" cy="391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" name="Google Shape;514;p9"/>
          <p:cNvSpPr/>
          <p:nvPr/>
        </p:nvSpPr>
        <p:spPr>
          <a:xfrm>
            <a:off x="3721368" y="3596084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8439893" y="2803"/>
            <a:ext cx="699732" cy="1073391"/>
          </a:xfrm>
          <a:custGeom>
            <a:rect b="b" l="l" r="r" t="t"/>
            <a:pathLst>
              <a:path extrusionOk="0" h="32099" w="20925">
                <a:moveTo>
                  <a:pt x="1869" y="0"/>
                </a:moveTo>
                <a:cubicBezTo>
                  <a:pt x="671" y="2647"/>
                  <a:pt x="1" y="7881"/>
                  <a:pt x="1" y="10971"/>
                </a:cubicBezTo>
                <a:cubicBezTo>
                  <a:pt x="1" y="22553"/>
                  <a:pt x="9331" y="31979"/>
                  <a:pt x="20925" y="32099"/>
                </a:cubicBezTo>
                <a:lnTo>
                  <a:pt x="209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9"/>
          <p:cNvSpPr txBox="1"/>
          <p:nvPr>
            <p:ph type="title"/>
          </p:nvPr>
        </p:nvSpPr>
        <p:spPr>
          <a:xfrm>
            <a:off x="713225" y="2024825"/>
            <a:ext cx="3321000" cy="54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7" name="Google Shape;517;p9"/>
          <p:cNvSpPr txBox="1"/>
          <p:nvPr>
            <p:ph idx="1" type="subTitle"/>
          </p:nvPr>
        </p:nvSpPr>
        <p:spPr>
          <a:xfrm>
            <a:off x="4937800" y="2219092"/>
            <a:ext cx="3502200" cy="24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0"/>
          <p:cNvSpPr/>
          <p:nvPr/>
        </p:nvSpPr>
        <p:spPr>
          <a:xfrm>
            <a:off x="0" y="1291350"/>
            <a:ext cx="3972900" cy="250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0"/>
          <p:cNvSpPr/>
          <p:nvPr/>
        </p:nvSpPr>
        <p:spPr>
          <a:xfrm flipH="1">
            <a:off x="9" y="3807602"/>
            <a:ext cx="1454707" cy="273573"/>
          </a:xfrm>
          <a:custGeom>
            <a:rect b="b" l="l" r="r" t="t"/>
            <a:pathLst>
              <a:path extrusionOk="0" h="8181" w="43502">
                <a:moveTo>
                  <a:pt x="1" y="1"/>
                </a:moveTo>
                <a:lnTo>
                  <a:pt x="1" y="8181"/>
                </a:lnTo>
                <a:lnTo>
                  <a:pt x="43501" y="8181"/>
                </a:lnTo>
                <a:lnTo>
                  <a:pt x="4350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0"/>
          <p:cNvSpPr/>
          <p:nvPr/>
        </p:nvSpPr>
        <p:spPr>
          <a:xfrm flipH="1">
            <a:off x="17" y="3642209"/>
            <a:ext cx="727387" cy="165428"/>
          </a:xfrm>
          <a:custGeom>
            <a:rect b="b" l="l" r="r" t="t"/>
            <a:pathLst>
              <a:path extrusionOk="0" h="4947" w="21752">
                <a:moveTo>
                  <a:pt x="1" y="0"/>
                </a:moveTo>
                <a:lnTo>
                  <a:pt x="1" y="4947"/>
                </a:lnTo>
                <a:lnTo>
                  <a:pt x="21751" y="4947"/>
                </a:lnTo>
                <a:lnTo>
                  <a:pt x="2175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"/>
          <p:cNvSpPr txBox="1"/>
          <p:nvPr>
            <p:ph type="title"/>
          </p:nvPr>
        </p:nvSpPr>
        <p:spPr>
          <a:xfrm>
            <a:off x="712725" y="1291250"/>
            <a:ext cx="2990100" cy="25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1"/>
          <p:cNvSpPr/>
          <p:nvPr/>
        </p:nvSpPr>
        <p:spPr>
          <a:xfrm flipH="1">
            <a:off x="353540" y="-8"/>
            <a:ext cx="719361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710575" y="577400"/>
            <a:ext cx="7726800" cy="406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8205859" y="2471374"/>
            <a:ext cx="498289" cy="498657"/>
          </a:xfrm>
          <a:custGeom>
            <a:rect b="b" l="l" r="r" t="t"/>
            <a:pathLst>
              <a:path extrusionOk="0" h="14912" w="14901">
                <a:moveTo>
                  <a:pt x="1" y="0"/>
                </a:moveTo>
                <a:lnTo>
                  <a:pt x="1" y="14912"/>
                </a:lnTo>
                <a:lnTo>
                  <a:pt x="14900" y="14912"/>
                </a:lnTo>
                <a:lnTo>
                  <a:pt x="14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7" name="Google Shape;527;p11"/>
          <p:cNvGrpSpPr/>
          <p:nvPr/>
        </p:nvGrpSpPr>
        <p:grpSpPr>
          <a:xfrm>
            <a:off x="8588102" y="1765696"/>
            <a:ext cx="555909" cy="466998"/>
            <a:chOff x="2288402" y="2491171"/>
            <a:chExt cx="555909" cy="466998"/>
          </a:xfrm>
        </p:grpSpPr>
        <p:sp>
          <p:nvSpPr>
            <p:cNvPr id="528" name="Google Shape;528;p11"/>
            <p:cNvSpPr/>
            <p:nvPr/>
          </p:nvSpPr>
          <p:spPr>
            <a:xfrm>
              <a:off x="2288402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2368118" y="2491171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2443788" y="2491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2515881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2591585" y="2491171"/>
              <a:ext cx="25648" cy="21970"/>
            </a:xfrm>
            <a:custGeom>
              <a:rect b="b" l="l" r="r" t="t"/>
              <a:pathLst>
                <a:path extrusionOk="0" h="657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68" y="628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2670866" y="2491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2743360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2819063" y="249117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2288402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2364106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2440211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2515881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2591585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59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2667288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2743360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2819063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2288402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2368118" y="261853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2443788" y="261853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2515881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2591585" y="261853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2670866" y="261853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2743360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2819063" y="261853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2288402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2368118" y="2681801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4" y="1"/>
                  </a:moveTo>
                  <a:cubicBezTo>
                    <a:pt x="144" y="1"/>
                    <a:pt x="0" y="157"/>
                    <a:pt x="0" y="324"/>
                  </a:cubicBezTo>
                  <a:cubicBezTo>
                    <a:pt x="0" y="504"/>
                    <a:pt x="144" y="660"/>
                    <a:pt x="324" y="660"/>
                  </a:cubicBezTo>
                  <a:cubicBezTo>
                    <a:pt x="503" y="660"/>
                    <a:pt x="647" y="504"/>
                    <a:pt x="647" y="324"/>
                  </a:cubicBezTo>
                  <a:cubicBezTo>
                    <a:pt x="647" y="157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2443788" y="2681801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5" y="1"/>
                    <a:pt x="1" y="157"/>
                    <a:pt x="1" y="324"/>
                  </a:cubicBezTo>
                  <a:cubicBezTo>
                    <a:pt x="1" y="504"/>
                    <a:pt x="145" y="660"/>
                    <a:pt x="324" y="660"/>
                  </a:cubicBezTo>
                  <a:cubicBezTo>
                    <a:pt x="504" y="660"/>
                    <a:pt x="648" y="504"/>
                    <a:pt x="648" y="324"/>
                  </a:cubicBezTo>
                  <a:cubicBezTo>
                    <a:pt x="648" y="157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2515881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2591585" y="268180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7" y="659"/>
                    <a:pt x="759" y="531"/>
                    <a:pt x="767" y="336"/>
                  </a:cubicBezTo>
                  <a:cubicBezTo>
                    <a:pt x="767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2670866" y="2681801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36" y="1"/>
                  </a:moveTo>
                  <a:cubicBezTo>
                    <a:pt x="157" y="1"/>
                    <a:pt x="1" y="157"/>
                    <a:pt x="1" y="324"/>
                  </a:cubicBezTo>
                  <a:cubicBezTo>
                    <a:pt x="1" y="504"/>
                    <a:pt x="157" y="660"/>
                    <a:pt x="336" y="660"/>
                  </a:cubicBezTo>
                  <a:cubicBezTo>
                    <a:pt x="516" y="660"/>
                    <a:pt x="660" y="504"/>
                    <a:pt x="660" y="324"/>
                  </a:cubicBezTo>
                  <a:cubicBezTo>
                    <a:pt x="660" y="15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2743360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2819063" y="268180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2288402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2364106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2440211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2515881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2591585" y="2745501"/>
              <a:ext cx="25648" cy="21769"/>
            </a:xfrm>
            <a:custGeom>
              <a:rect b="b" l="l" r="r" t="t"/>
              <a:pathLst>
                <a:path extrusionOk="0" h="651" w="767">
                  <a:moveTo>
                    <a:pt x="432" y="0"/>
                  </a:moveTo>
                  <a:cubicBezTo>
                    <a:pt x="144" y="0"/>
                    <a:pt x="0" y="360"/>
                    <a:pt x="204" y="563"/>
                  </a:cubicBezTo>
                  <a:cubicBezTo>
                    <a:pt x="268" y="623"/>
                    <a:pt x="346" y="650"/>
                    <a:pt x="423" y="650"/>
                  </a:cubicBezTo>
                  <a:cubicBezTo>
                    <a:pt x="593" y="650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2667288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7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2743360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2819063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2288536" y="2809167"/>
              <a:ext cx="25548" cy="21636"/>
            </a:xfrm>
            <a:custGeom>
              <a:rect b="b" l="l" r="r" t="t"/>
              <a:pathLst>
                <a:path extrusionOk="0" h="647" w="764">
                  <a:moveTo>
                    <a:pt x="413" y="0"/>
                  </a:moveTo>
                  <a:cubicBezTo>
                    <a:pt x="136" y="0"/>
                    <a:pt x="0" y="340"/>
                    <a:pt x="200" y="552"/>
                  </a:cubicBezTo>
                  <a:cubicBezTo>
                    <a:pt x="266" y="617"/>
                    <a:pt x="347" y="647"/>
                    <a:pt x="427" y="647"/>
                  </a:cubicBezTo>
                  <a:cubicBezTo>
                    <a:pt x="592" y="647"/>
                    <a:pt x="751" y="518"/>
                    <a:pt x="751" y="324"/>
                  </a:cubicBezTo>
                  <a:cubicBezTo>
                    <a:pt x="763" y="144"/>
                    <a:pt x="608" y="1"/>
                    <a:pt x="428" y="1"/>
                  </a:cubicBezTo>
                  <a:cubicBezTo>
                    <a:pt x="423" y="0"/>
                    <a:pt x="418" y="0"/>
                    <a:pt x="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2368118" y="2809167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2443788" y="2809167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2515881" y="2809134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1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2591585" y="2809134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0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7" y="648"/>
                    <a:pt x="759" y="519"/>
                    <a:pt x="767" y="325"/>
                  </a:cubicBezTo>
                  <a:cubicBezTo>
                    <a:pt x="767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2670866" y="2809167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2743360" y="2809167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2819063" y="280916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2288536" y="2872833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4" y="1"/>
                  </a:moveTo>
                  <a:cubicBezTo>
                    <a:pt x="136" y="1"/>
                    <a:pt x="0" y="352"/>
                    <a:pt x="200" y="552"/>
                  </a:cubicBezTo>
                  <a:cubicBezTo>
                    <a:pt x="266" y="618"/>
                    <a:pt x="347" y="647"/>
                    <a:pt x="427" y="647"/>
                  </a:cubicBezTo>
                  <a:cubicBezTo>
                    <a:pt x="592" y="647"/>
                    <a:pt x="751" y="519"/>
                    <a:pt x="751" y="324"/>
                  </a:cubicBezTo>
                  <a:cubicBezTo>
                    <a:pt x="751" y="145"/>
                    <a:pt x="608" y="1"/>
                    <a:pt x="428" y="1"/>
                  </a:cubicBezTo>
                  <a:cubicBezTo>
                    <a:pt x="423" y="1"/>
                    <a:pt x="419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2368118" y="2872833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5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5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2443788" y="287283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2515881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2591585" y="287283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2" y="0"/>
                  </a:moveTo>
                  <a:cubicBezTo>
                    <a:pt x="446" y="0"/>
                    <a:pt x="439" y="0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7" y="647"/>
                    <a:pt x="759" y="519"/>
                    <a:pt x="767" y="324"/>
                  </a:cubicBezTo>
                  <a:cubicBezTo>
                    <a:pt x="767" y="140"/>
                    <a:pt x="623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2670866" y="287283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2743360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2819063" y="287283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2288402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2364106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2440211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49" y="658"/>
                    <a:pt x="428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2515881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2591585" y="2936131"/>
              <a:ext cx="25648" cy="21937"/>
            </a:xfrm>
            <a:custGeom>
              <a:rect b="b" l="l" r="r" t="t"/>
              <a:pathLst>
                <a:path extrusionOk="0" h="656" w="767">
                  <a:moveTo>
                    <a:pt x="432" y="0"/>
                  </a:moveTo>
                  <a:cubicBezTo>
                    <a:pt x="144" y="12"/>
                    <a:pt x="0" y="360"/>
                    <a:pt x="204" y="563"/>
                  </a:cubicBezTo>
                  <a:cubicBezTo>
                    <a:pt x="268" y="627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2667288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2743360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2819063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2" name="Google Shape;592;p11"/>
          <p:cNvSpPr/>
          <p:nvPr/>
        </p:nvSpPr>
        <p:spPr>
          <a:xfrm>
            <a:off x="8437351" y="-4049"/>
            <a:ext cx="33" cy="3203318"/>
          </a:xfrm>
          <a:custGeom>
            <a:rect b="b" l="l" r="r" t="t"/>
            <a:pathLst>
              <a:path extrusionOk="0" fill="none" h="95793" w="1">
                <a:moveTo>
                  <a:pt x="1" y="0"/>
                </a:moveTo>
                <a:lnTo>
                  <a:pt x="1" y="95793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1"/>
          <p:cNvSpPr/>
          <p:nvPr/>
        </p:nvSpPr>
        <p:spPr>
          <a:xfrm flipH="1">
            <a:off x="11" y="219327"/>
            <a:ext cx="2870924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11"/>
          <p:cNvGrpSpPr/>
          <p:nvPr/>
        </p:nvGrpSpPr>
        <p:grpSpPr>
          <a:xfrm>
            <a:off x="75677" y="4676496"/>
            <a:ext cx="555909" cy="466998"/>
            <a:chOff x="2288402" y="2491171"/>
            <a:chExt cx="555909" cy="466998"/>
          </a:xfrm>
        </p:grpSpPr>
        <p:sp>
          <p:nvSpPr>
            <p:cNvPr id="595" name="Google Shape;595;p11"/>
            <p:cNvSpPr/>
            <p:nvPr/>
          </p:nvSpPr>
          <p:spPr>
            <a:xfrm>
              <a:off x="2288402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2368118" y="2491171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2443788" y="2491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2515881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2591585" y="2491171"/>
              <a:ext cx="25648" cy="21970"/>
            </a:xfrm>
            <a:custGeom>
              <a:rect b="b" l="l" r="r" t="t"/>
              <a:pathLst>
                <a:path extrusionOk="0" h="657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68" y="628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2670866" y="2491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2743360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2819063" y="249117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2288402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2364106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2440211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515881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591585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59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667288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743360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2819063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2288402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2368118" y="261853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2443788" y="261853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2515881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591585" y="261853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2670866" y="261853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2743360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2819063" y="261853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2288402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2368118" y="2681801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4" y="1"/>
                  </a:moveTo>
                  <a:cubicBezTo>
                    <a:pt x="144" y="1"/>
                    <a:pt x="0" y="157"/>
                    <a:pt x="0" y="324"/>
                  </a:cubicBezTo>
                  <a:cubicBezTo>
                    <a:pt x="0" y="504"/>
                    <a:pt x="144" y="660"/>
                    <a:pt x="324" y="660"/>
                  </a:cubicBezTo>
                  <a:cubicBezTo>
                    <a:pt x="503" y="660"/>
                    <a:pt x="647" y="504"/>
                    <a:pt x="647" y="324"/>
                  </a:cubicBezTo>
                  <a:cubicBezTo>
                    <a:pt x="647" y="157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2443788" y="2681801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5" y="1"/>
                    <a:pt x="1" y="157"/>
                    <a:pt x="1" y="324"/>
                  </a:cubicBezTo>
                  <a:cubicBezTo>
                    <a:pt x="1" y="504"/>
                    <a:pt x="145" y="660"/>
                    <a:pt x="324" y="660"/>
                  </a:cubicBezTo>
                  <a:cubicBezTo>
                    <a:pt x="504" y="660"/>
                    <a:pt x="648" y="504"/>
                    <a:pt x="648" y="324"/>
                  </a:cubicBezTo>
                  <a:cubicBezTo>
                    <a:pt x="648" y="157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2515881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2591585" y="268180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7" y="659"/>
                    <a:pt x="759" y="531"/>
                    <a:pt x="767" y="336"/>
                  </a:cubicBezTo>
                  <a:cubicBezTo>
                    <a:pt x="767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2670866" y="2681801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36" y="1"/>
                  </a:moveTo>
                  <a:cubicBezTo>
                    <a:pt x="157" y="1"/>
                    <a:pt x="1" y="157"/>
                    <a:pt x="1" y="324"/>
                  </a:cubicBezTo>
                  <a:cubicBezTo>
                    <a:pt x="1" y="504"/>
                    <a:pt x="157" y="660"/>
                    <a:pt x="336" y="660"/>
                  </a:cubicBezTo>
                  <a:cubicBezTo>
                    <a:pt x="516" y="660"/>
                    <a:pt x="660" y="504"/>
                    <a:pt x="660" y="324"/>
                  </a:cubicBezTo>
                  <a:cubicBezTo>
                    <a:pt x="660" y="15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2743360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2819063" y="268180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2288402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2364106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2440211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2515881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2591585" y="2745501"/>
              <a:ext cx="25648" cy="21769"/>
            </a:xfrm>
            <a:custGeom>
              <a:rect b="b" l="l" r="r" t="t"/>
              <a:pathLst>
                <a:path extrusionOk="0" h="651" w="767">
                  <a:moveTo>
                    <a:pt x="432" y="0"/>
                  </a:moveTo>
                  <a:cubicBezTo>
                    <a:pt x="144" y="0"/>
                    <a:pt x="0" y="360"/>
                    <a:pt x="204" y="563"/>
                  </a:cubicBezTo>
                  <a:cubicBezTo>
                    <a:pt x="268" y="623"/>
                    <a:pt x="346" y="650"/>
                    <a:pt x="423" y="650"/>
                  </a:cubicBezTo>
                  <a:cubicBezTo>
                    <a:pt x="593" y="650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2667288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7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2743360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2819063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2288536" y="2809167"/>
              <a:ext cx="25548" cy="21636"/>
            </a:xfrm>
            <a:custGeom>
              <a:rect b="b" l="l" r="r" t="t"/>
              <a:pathLst>
                <a:path extrusionOk="0" h="647" w="764">
                  <a:moveTo>
                    <a:pt x="413" y="0"/>
                  </a:moveTo>
                  <a:cubicBezTo>
                    <a:pt x="136" y="0"/>
                    <a:pt x="0" y="340"/>
                    <a:pt x="200" y="552"/>
                  </a:cubicBezTo>
                  <a:cubicBezTo>
                    <a:pt x="266" y="617"/>
                    <a:pt x="347" y="647"/>
                    <a:pt x="427" y="647"/>
                  </a:cubicBezTo>
                  <a:cubicBezTo>
                    <a:pt x="592" y="647"/>
                    <a:pt x="751" y="518"/>
                    <a:pt x="751" y="324"/>
                  </a:cubicBezTo>
                  <a:cubicBezTo>
                    <a:pt x="763" y="144"/>
                    <a:pt x="608" y="1"/>
                    <a:pt x="428" y="1"/>
                  </a:cubicBezTo>
                  <a:cubicBezTo>
                    <a:pt x="423" y="0"/>
                    <a:pt x="418" y="0"/>
                    <a:pt x="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2368118" y="2809167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2443788" y="2809167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2515881" y="2809134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1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2591585" y="2809134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0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7" y="648"/>
                    <a:pt x="759" y="519"/>
                    <a:pt x="767" y="325"/>
                  </a:cubicBezTo>
                  <a:cubicBezTo>
                    <a:pt x="767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2670866" y="2809167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2743360" y="2809167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2819063" y="280916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2288536" y="2872833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4" y="1"/>
                  </a:moveTo>
                  <a:cubicBezTo>
                    <a:pt x="136" y="1"/>
                    <a:pt x="0" y="352"/>
                    <a:pt x="200" y="552"/>
                  </a:cubicBezTo>
                  <a:cubicBezTo>
                    <a:pt x="266" y="618"/>
                    <a:pt x="347" y="647"/>
                    <a:pt x="427" y="647"/>
                  </a:cubicBezTo>
                  <a:cubicBezTo>
                    <a:pt x="592" y="647"/>
                    <a:pt x="751" y="519"/>
                    <a:pt x="751" y="324"/>
                  </a:cubicBezTo>
                  <a:cubicBezTo>
                    <a:pt x="751" y="145"/>
                    <a:pt x="608" y="1"/>
                    <a:pt x="428" y="1"/>
                  </a:cubicBezTo>
                  <a:cubicBezTo>
                    <a:pt x="423" y="1"/>
                    <a:pt x="419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2368118" y="2872833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5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5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2443788" y="287283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2515881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2591585" y="287283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2" y="0"/>
                  </a:moveTo>
                  <a:cubicBezTo>
                    <a:pt x="446" y="0"/>
                    <a:pt x="439" y="0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7" y="647"/>
                    <a:pt x="759" y="519"/>
                    <a:pt x="767" y="324"/>
                  </a:cubicBezTo>
                  <a:cubicBezTo>
                    <a:pt x="767" y="140"/>
                    <a:pt x="623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2670866" y="287283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2743360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2819063" y="287283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2288402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2364106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2440211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49" y="658"/>
                    <a:pt x="428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2515881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2591585" y="2936131"/>
              <a:ext cx="25648" cy="21937"/>
            </a:xfrm>
            <a:custGeom>
              <a:rect b="b" l="l" r="r" t="t"/>
              <a:pathLst>
                <a:path extrusionOk="0" h="656" w="767">
                  <a:moveTo>
                    <a:pt x="432" y="0"/>
                  </a:moveTo>
                  <a:cubicBezTo>
                    <a:pt x="144" y="12"/>
                    <a:pt x="0" y="360"/>
                    <a:pt x="204" y="563"/>
                  </a:cubicBezTo>
                  <a:cubicBezTo>
                    <a:pt x="268" y="627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2667288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2743360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2819063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9" name="Google Shape;659;p11"/>
          <p:cNvSpPr txBox="1"/>
          <p:nvPr>
            <p:ph hasCustomPrompt="1" type="title"/>
          </p:nvPr>
        </p:nvSpPr>
        <p:spPr>
          <a:xfrm>
            <a:off x="708600" y="1106125"/>
            <a:ext cx="77268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0" name="Google Shape;660;p11"/>
          <p:cNvSpPr txBox="1"/>
          <p:nvPr>
            <p:ph idx="1" type="subTitle"/>
          </p:nvPr>
        </p:nvSpPr>
        <p:spPr>
          <a:xfrm>
            <a:off x="3036650" y="3067007"/>
            <a:ext cx="3070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"/>
          <p:cNvSpPr txBox="1"/>
          <p:nvPr>
            <p:ph type="title"/>
          </p:nvPr>
        </p:nvSpPr>
        <p:spPr>
          <a:xfrm>
            <a:off x="2638050" y="2659777"/>
            <a:ext cx="3867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4" name="Google Shape;664;p13"/>
          <p:cNvSpPr txBox="1"/>
          <p:nvPr>
            <p:ph hasCustomPrompt="1" idx="2" type="title"/>
          </p:nvPr>
        </p:nvSpPr>
        <p:spPr>
          <a:xfrm>
            <a:off x="2638050" y="905989"/>
            <a:ext cx="38679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cxnSp>
        <p:nvCxnSpPr>
          <p:cNvPr id="665" name="Google Shape;665;p13"/>
          <p:cNvCxnSpPr/>
          <p:nvPr/>
        </p:nvCxnSpPr>
        <p:spPr>
          <a:xfrm>
            <a:off x="3452054" y="2687978"/>
            <a:ext cx="3373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13"/>
          <p:cNvSpPr/>
          <p:nvPr/>
        </p:nvSpPr>
        <p:spPr>
          <a:xfrm>
            <a:off x="2818247" y="2472046"/>
            <a:ext cx="643252" cy="2671455"/>
          </a:xfrm>
          <a:custGeom>
            <a:rect b="b" l="l" r="r" t="t"/>
            <a:pathLst>
              <a:path extrusionOk="0" h="79888" w="19236">
                <a:moveTo>
                  <a:pt x="1" y="1"/>
                </a:moveTo>
                <a:lnTo>
                  <a:pt x="1" y="79888"/>
                </a:lnTo>
                <a:lnTo>
                  <a:pt x="19236" y="79888"/>
                </a:lnTo>
                <a:lnTo>
                  <a:pt x="192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3"/>
          <p:cNvSpPr/>
          <p:nvPr/>
        </p:nvSpPr>
        <p:spPr>
          <a:xfrm>
            <a:off x="6197049" y="2375759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3"/>
          <p:cNvSpPr/>
          <p:nvPr/>
        </p:nvSpPr>
        <p:spPr>
          <a:xfrm>
            <a:off x="6304064" y="2500450"/>
            <a:ext cx="403755" cy="375030"/>
          </a:xfrm>
          <a:custGeom>
            <a:rect b="b" l="l" r="r" t="t"/>
            <a:pathLst>
              <a:path extrusionOk="0" h="11215" w="12074">
                <a:moveTo>
                  <a:pt x="6019" y="1"/>
                </a:moveTo>
                <a:cubicBezTo>
                  <a:pt x="3324" y="1"/>
                  <a:pt x="945" y="1954"/>
                  <a:pt x="504" y="4711"/>
                </a:cubicBezTo>
                <a:cubicBezTo>
                  <a:pt x="1" y="7765"/>
                  <a:pt x="2085" y="10652"/>
                  <a:pt x="5139" y="11143"/>
                </a:cubicBezTo>
                <a:cubicBezTo>
                  <a:pt x="5441" y="11191"/>
                  <a:pt x="5741" y="11215"/>
                  <a:pt x="6037" y="11215"/>
                </a:cubicBezTo>
                <a:cubicBezTo>
                  <a:pt x="8740" y="11215"/>
                  <a:pt x="11128" y="9260"/>
                  <a:pt x="11571" y="6508"/>
                </a:cubicBezTo>
                <a:cubicBezTo>
                  <a:pt x="12074" y="3453"/>
                  <a:pt x="9990" y="567"/>
                  <a:pt x="6936" y="76"/>
                </a:cubicBezTo>
                <a:cubicBezTo>
                  <a:pt x="6628" y="25"/>
                  <a:pt x="6322" y="1"/>
                  <a:pt x="60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9" name="Google Shape;669;p13"/>
          <p:cNvGrpSpPr/>
          <p:nvPr/>
        </p:nvGrpSpPr>
        <p:grpSpPr>
          <a:xfrm>
            <a:off x="3542364" y="4041579"/>
            <a:ext cx="555934" cy="466650"/>
            <a:chOff x="4723089" y="2279829"/>
            <a:chExt cx="555934" cy="466650"/>
          </a:xfrm>
        </p:grpSpPr>
        <p:sp>
          <p:nvSpPr>
            <p:cNvPr id="670" name="Google Shape;670;p13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3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3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3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3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3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3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3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3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3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3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3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3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3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3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3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3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13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3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13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3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4" name="Google Shape;734;p13"/>
          <p:cNvSpPr/>
          <p:nvPr/>
        </p:nvSpPr>
        <p:spPr>
          <a:xfrm>
            <a:off x="8775525" y="3"/>
            <a:ext cx="368475" cy="1260019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4"/>
          <p:cNvSpPr txBox="1"/>
          <p:nvPr>
            <p:ph type="title"/>
          </p:nvPr>
        </p:nvSpPr>
        <p:spPr>
          <a:xfrm>
            <a:off x="4455601" y="2116197"/>
            <a:ext cx="2544600" cy="93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7" name="Google Shape;737;p14"/>
          <p:cNvSpPr txBox="1"/>
          <p:nvPr>
            <p:ph hasCustomPrompt="1" idx="2" type="title"/>
          </p:nvPr>
        </p:nvSpPr>
        <p:spPr>
          <a:xfrm>
            <a:off x="2413500" y="1555347"/>
            <a:ext cx="17724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8" name="Google Shape;738;p14"/>
          <p:cNvSpPr/>
          <p:nvPr/>
        </p:nvSpPr>
        <p:spPr>
          <a:xfrm>
            <a:off x="2459127" y="2116200"/>
            <a:ext cx="373850" cy="3027245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4"/>
          <p:cNvSpPr/>
          <p:nvPr/>
        </p:nvSpPr>
        <p:spPr>
          <a:xfrm>
            <a:off x="6316764" y="12"/>
            <a:ext cx="620011" cy="890373"/>
          </a:xfrm>
          <a:custGeom>
            <a:rect b="b" l="l" r="r" t="t"/>
            <a:pathLst>
              <a:path extrusionOk="0" h="26626" w="18541">
                <a:moveTo>
                  <a:pt x="0" y="0"/>
                </a:moveTo>
                <a:lnTo>
                  <a:pt x="0" y="26625"/>
                </a:lnTo>
                <a:lnTo>
                  <a:pt x="12624" y="26625"/>
                </a:lnTo>
                <a:cubicBezTo>
                  <a:pt x="15894" y="26625"/>
                  <a:pt x="18541" y="23966"/>
                  <a:pt x="18541" y="20708"/>
                </a:cubicBezTo>
                <a:lnTo>
                  <a:pt x="185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0" name="Google Shape;740;p14"/>
          <p:cNvGrpSpPr/>
          <p:nvPr/>
        </p:nvGrpSpPr>
        <p:grpSpPr>
          <a:xfrm>
            <a:off x="5643864" y="423729"/>
            <a:ext cx="555934" cy="466650"/>
            <a:chOff x="4723089" y="2279829"/>
            <a:chExt cx="555934" cy="466650"/>
          </a:xfrm>
        </p:grpSpPr>
        <p:sp>
          <p:nvSpPr>
            <p:cNvPr id="741" name="Google Shape;741;p14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4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4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4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4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4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4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4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4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4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4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4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4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4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14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5" name="Google Shape;805;p14"/>
          <p:cNvSpPr/>
          <p:nvPr/>
        </p:nvSpPr>
        <p:spPr>
          <a:xfrm>
            <a:off x="2548250" y="3338775"/>
            <a:ext cx="3768517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6" name="Google Shape;806;p14"/>
          <p:cNvGrpSpPr/>
          <p:nvPr/>
        </p:nvGrpSpPr>
        <p:grpSpPr>
          <a:xfrm>
            <a:off x="1774489" y="4494729"/>
            <a:ext cx="555934" cy="466650"/>
            <a:chOff x="4723089" y="2279829"/>
            <a:chExt cx="555934" cy="466650"/>
          </a:xfrm>
        </p:grpSpPr>
        <p:sp>
          <p:nvSpPr>
            <p:cNvPr id="807" name="Google Shape;807;p14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4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4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4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4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4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4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4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4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4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4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4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4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4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4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4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4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4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4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4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4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4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4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4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4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4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4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4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4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4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4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4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4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4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4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4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4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4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4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4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4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4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4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4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4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4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4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4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4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4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4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4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4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4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4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4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4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4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5"/>
          <p:cNvSpPr txBox="1"/>
          <p:nvPr>
            <p:ph type="title"/>
          </p:nvPr>
        </p:nvSpPr>
        <p:spPr>
          <a:xfrm>
            <a:off x="3395850" y="2324126"/>
            <a:ext cx="3154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3" name="Google Shape;873;p15"/>
          <p:cNvSpPr txBox="1"/>
          <p:nvPr>
            <p:ph hasCustomPrompt="1" idx="2" type="title"/>
          </p:nvPr>
        </p:nvSpPr>
        <p:spPr>
          <a:xfrm>
            <a:off x="3395850" y="1539050"/>
            <a:ext cx="3153600" cy="11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_1"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6"/>
          <p:cNvSpPr txBox="1"/>
          <p:nvPr>
            <p:ph type="title"/>
          </p:nvPr>
        </p:nvSpPr>
        <p:spPr>
          <a:xfrm>
            <a:off x="713225" y="445025"/>
            <a:ext cx="38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6" name="Google Shape;876;p16"/>
          <p:cNvSpPr/>
          <p:nvPr/>
        </p:nvSpPr>
        <p:spPr>
          <a:xfrm>
            <a:off x="8645709" y="824423"/>
            <a:ext cx="498289" cy="498657"/>
          </a:xfrm>
          <a:custGeom>
            <a:rect b="b" l="l" r="r" t="t"/>
            <a:pathLst>
              <a:path extrusionOk="0" h="14912" w="14901">
                <a:moveTo>
                  <a:pt x="1" y="0"/>
                </a:moveTo>
                <a:lnTo>
                  <a:pt x="1" y="14912"/>
                </a:lnTo>
                <a:lnTo>
                  <a:pt x="14900" y="14912"/>
                </a:lnTo>
                <a:lnTo>
                  <a:pt x="14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7" name="Google Shape;877;p16"/>
          <p:cNvGrpSpPr/>
          <p:nvPr/>
        </p:nvGrpSpPr>
        <p:grpSpPr>
          <a:xfrm>
            <a:off x="8209577" y="118746"/>
            <a:ext cx="555909" cy="466998"/>
            <a:chOff x="2288402" y="2491171"/>
            <a:chExt cx="555909" cy="466998"/>
          </a:xfrm>
        </p:grpSpPr>
        <p:sp>
          <p:nvSpPr>
            <p:cNvPr id="878" name="Google Shape;878;p16"/>
            <p:cNvSpPr/>
            <p:nvPr/>
          </p:nvSpPr>
          <p:spPr>
            <a:xfrm>
              <a:off x="2288402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2368118" y="2491171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6"/>
            <p:cNvSpPr/>
            <p:nvPr/>
          </p:nvSpPr>
          <p:spPr>
            <a:xfrm>
              <a:off x="2443788" y="2491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6"/>
            <p:cNvSpPr/>
            <p:nvPr/>
          </p:nvSpPr>
          <p:spPr>
            <a:xfrm>
              <a:off x="2515881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6"/>
            <p:cNvSpPr/>
            <p:nvPr/>
          </p:nvSpPr>
          <p:spPr>
            <a:xfrm>
              <a:off x="2591585" y="2491171"/>
              <a:ext cx="25648" cy="21970"/>
            </a:xfrm>
            <a:custGeom>
              <a:rect b="b" l="l" r="r" t="t"/>
              <a:pathLst>
                <a:path extrusionOk="0" h="657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68" y="628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2670866" y="2491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6"/>
            <p:cNvSpPr/>
            <p:nvPr/>
          </p:nvSpPr>
          <p:spPr>
            <a:xfrm>
              <a:off x="2743360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6"/>
            <p:cNvSpPr/>
            <p:nvPr/>
          </p:nvSpPr>
          <p:spPr>
            <a:xfrm>
              <a:off x="2819063" y="249117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6"/>
            <p:cNvSpPr/>
            <p:nvPr/>
          </p:nvSpPr>
          <p:spPr>
            <a:xfrm>
              <a:off x="2288402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2364106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6"/>
            <p:cNvSpPr/>
            <p:nvPr/>
          </p:nvSpPr>
          <p:spPr>
            <a:xfrm>
              <a:off x="2440211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6"/>
            <p:cNvSpPr/>
            <p:nvPr/>
          </p:nvSpPr>
          <p:spPr>
            <a:xfrm>
              <a:off x="2515881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6"/>
            <p:cNvSpPr/>
            <p:nvPr/>
          </p:nvSpPr>
          <p:spPr>
            <a:xfrm>
              <a:off x="2591585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59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2667288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6"/>
            <p:cNvSpPr/>
            <p:nvPr/>
          </p:nvSpPr>
          <p:spPr>
            <a:xfrm>
              <a:off x="2743360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6"/>
            <p:cNvSpPr/>
            <p:nvPr/>
          </p:nvSpPr>
          <p:spPr>
            <a:xfrm>
              <a:off x="2819063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6"/>
            <p:cNvSpPr/>
            <p:nvPr/>
          </p:nvSpPr>
          <p:spPr>
            <a:xfrm>
              <a:off x="2288402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2368118" y="261853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6"/>
            <p:cNvSpPr/>
            <p:nvPr/>
          </p:nvSpPr>
          <p:spPr>
            <a:xfrm>
              <a:off x="2443788" y="261853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6"/>
            <p:cNvSpPr/>
            <p:nvPr/>
          </p:nvSpPr>
          <p:spPr>
            <a:xfrm>
              <a:off x="2515881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6"/>
            <p:cNvSpPr/>
            <p:nvPr/>
          </p:nvSpPr>
          <p:spPr>
            <a:xfrm>
              <a:off x="2591585" y="261853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2670866" y="261853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6"/>
            <p:cNvSpPr/>
            <p:nvPr/>
          </p:nvSpPr>
          <p:spPr>
            <a:xfrm>
              <a:off x="2743360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6"/>
            <p:cNvSpPr/>
            <p:nvPr/>
          </p:nvSpPr>
          <p:spPr>
            <a:xfrm>
              <a:off x="2819063" y="261853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6"/>
            <p:cNvSpPr/>
            <p:nvPr/>
          </p:nvSpPr>
          <p:spPr>
            <a:xfrm>
              <a:off x="2288402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2368118" y="2681801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4" y="1"/>
                  </a:moveTo>
                  <a:cubicBezTo>
                    <a:pt x="144" y="1"/>
                    <a:pt x="0" y="157"/>
                    <a:pt x="0" y="324"/>
                  </a:cubicBezTo>
                  <a:cubicBezTo>
                    <a:pt x="0" y="504"/>
                    <a:pt x="144" y="660"/>
                    <a:pt x="324" y="660"/>
                  </a:cubicBezTo>
                  <a:cubicBezTo>
                    <a:pt x="503" y="660"/>
                    <a:pt x="647" y="504"/>
                    <a:pt x="647" y="324"/>
                  </a:cubicBezTo>
                  <a:cubicBezTo>
                    <a:pt x="647" y="157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6"/>
            <p:cNvSpPr/>
            <p:nvPr/>
          </p:nvSpPr>
          <p:spPr>
            <a:xfrm>
              <a:off x="2443788" y="2681801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5" y="1"/>
                    <a:pt x="1" y="157"/>
                    <a:pt x="1" y="324"/>
                  </a:cubicBezTo>
                  <a:cubicBezTo>
                    <a:pt x="1" y="504"/>
                    <a:pt x="145" y="660"/>
                    <a:pt x="324" y="660"/>
                  </a:cubicBezTo>
                  <a:cubicBezTo>
                    <a:pt x="504" y="660"/>
                    <a:pt x="648" y="504"/>
                    <a:pt x="648" y="324"/>
                  </a:cubicBezTo>
                  <a:cubicBezTo>
                    <a:pt x="648" y="157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6"/>
            <p:cNvSpPr/>
            <p:nvPr/>
          </p:nvSpPr>
          <p:spPr>
            <a:xfrm>
              <a:off x="2515881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6"/>
            <p:cNvSpPr/>
            <p:nvPr/>
          </p:nvSpPr>
          <p:spPr>
            <a:xfrm>
              <a:off x="2591585" y="268180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7" y="659"/>
                    <a:pt x="759" y="531"/>
                    <a:pt x="767" y="336"/>
                  </a:cubicBezTo>
                  <a:cubicBezTo>
                    <a:pt x="767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2670866" y="2681801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36" y="1"/>
                  </a:moveTo>
                  <a:cubicBezTo>
                    <a:pt x="157" y="1"/>
                    <a:pt x="1" y="157"/>
                    <a:pt x="1" y="324"/>
                  </a:cubicBezTo>
                  <a:cubicBezTo>
                    <a:pt x="1" y="504"/>
                    <a:pt x="157" y="660"/>
                    <a:pt x="336" y="660"/>
                  </a:cubicBezTo>
                  <a:cubicBezTo>
                    <a:pt x="516" y="660"/>
                    <a:pt x="660" y="504"/>
                    <a:pt x="660" y="324"/>
                  </a:cubicBezTo>
                  <a:cubicBezTo>
                    <a:pt x="660" y="15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6"/>
            <p:cNvSpPr/>
            <p:nvPr/>
          </p:nvSpPr>
          <p:spPr>
            <a:xfrm>
              <a:off x="2743360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6"/>
            <p:cNvSpPr/>
            <p:nvPr/>
          </p:nvSpPr>
          <p:spPr>
            <a:xfrm>
              <a:off x="2819063" y="268180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6"/>
            <p:cNvSpPr/>
            <p:nvPr/>
          </p:nvSpPr>
          <p:spPr>
            <a:xfrm>
              <a:off x="2288402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2364106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16"/>
            <p:cNvSpPr/>
            <p:nvPr/>
          </p:nvSpPr>
          <p:spPr>
            <a:xfrm>
              <a:off x="2440211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16"/>
            <p:cNvSpPr/>
            <p:nvPr/>
          </p:nvSpPr>
          <p:spPr>
            <a:xfrm>
              <a:off x="2515881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6"/>
            <p:cNvSpPr/>
            <p:nvPr/>
          </p:nvSpPr>
          <p:spPr>
            <a:xfrm>
              <a:off x="2591585" y="2745501"/>
              <a:ext cx="25648" cy="21769"/>
            </a:xfrm>
            <a:custGeom>
              <a:rect b="b" l="l" r="r" t="t"/>
              <a:pathLst>
                <a:path extrusionOk="0" h="651" w="767">
                  <a:moveTo>
                    <a:pt x="432" y="0"/>
                  </a:moveTo>
                  <a:cubicBezTo>
                    <a:pt x="144" y="0"/>
                    <a:pt x="0" y="360"/>
                    <a:pt x="204" y="563"/>
                  </a:cubicBezTo>
                  <a:cubicBezTo>
                    <a:pt x="268" y="623"/>
                    <a:pt x="346" y="650"/>
                    <a:pt x="423" y="650"/>
                  </a:cubicBezTo>
                  <a:cubicBezTo>
                    <a:pt x="593" y="650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2667288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7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6"/>
            <p:cNvSpPr/>
            <p:nvPr/>
          </p:nvSpPr>
          <p:spPr>
            <a:xfrm>
              <a:off x="2743360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6"/>
            <p:cNvSpPr/>
            <p:nvPr/>
          </p:nvSpPr>
          <p:spPr>
            <a:xfrm>
              <a:off x="2819063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6"/>
            <p:cNvSpPr/>
            <p:nvPr/>
          </p:nvSpPr>
          <p:spPr>
            <a:xfrm>
              <a:off x="2288536" y="2809167"/>
              <a:ext cx="25548" cy="21636"/>
            </a:xfrm>
            <a:custGeom>
              <a:rect b="b" l="l" r="r" t="t"/>
              <a:pathLst>
                <a:path extrusionOk="0" h="647" w="764">
                  <a:moveTo>
                    <a:pt x="413" y="0"/>
                  </a:moveTo>
                  <a:cubicBezTo>
                    <a:pt x="136" y="0"/>
                    <a:pt x="0" y="340"/>
                    <a:pt x="200" y="552"/>
                  </a:cubicBezTo>
                  <a:cubicBezTo>
                    <a:pt x="266" y="617"/>
                    <a:pt x="347" y="647"/>
                    <a:pt x="427" y="647"/>
                  </a:cubicBezTo>
                  <a:cubicBezTo>
                    <a:pt x="592" y="647"/>
                    <a:pt x="751" y="518"/>
                    <a:pt x="751" y="324"/>
                  </a:cubicBezTo>
                  <a:cubicBezTo>
                    <a:pt x="763" y="144"/>
                    <a:pt x="608" y="1"/>
                    <a:pt x="428" y="1"/>
                  </a:cubicBezTo>
                  <a:cubicBezTo>
                    <a:pt x="423" y="0"/>
                    <a:pt x="418" y="0"/>
                    <a:pt x="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2368118" y="2809167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6"/>
            <p:cNvSpPr/>
            <p:nvPr/>
          </p:nvSpPr>
          <p:spPr>
            <a:xfrm>
              <a:off x="2443788" y="2809167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6"/>
            <p:cNvSpPr/>
            <p:nvPr/>
          </p:nvSpPr>
          <p:spPr>
            <a:xfrm>
              <a:off x="2515881" y="2809134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1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6"/>
            <p:cNvSpPr/>
            <p:nvPr/>
          </p:nvSpPr>
          <p:spPr>
            <a:xfrm>
              <a:off x="2591585" y="2809134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0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7" y="648"/>
                    <a:pt x="759" y="519"/>
                    <a:pt x="767" y="325"/>
                  </a:cubicBezTo>
                  <a:cubicBezTo>
                    <a:pt x="767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2670866" y="2809167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6"/>
            <p:cNvSpPr/>
            <p:nvPr/>
          </p:nvSpPr>
          <p:spPr>
            <a:xfrm>
              <a:off x="2743360" y="2809167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6"/>
            <p:cNvSpPr/>
            <p:nvPr/>
          </p:nvSpPr>
          <p:spPr>
            <a:xfrm>
              <a:off x="2819063" y="280916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6"/>
            <p:cNvSpPr/>
            <p:nvPr/>
          </p:nvSpPr>
          <p:spPr>
            <a:xfrm>
              <a:off x="2288536" y="2872833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4" y="1"/>
                  </a:moveTo>
                  <a:cubicBezTo>
                    <a:pt x="136" y="1"/>
                    <a:pt x="0" y="352"/>
                    <a:pt x="200" y="552"/>
                  </a:cubicBezTo>
                  <a:cubicBezTo>
                    <a:pt x="266" y="618"/>
                    <a:pt x="347" y="647"/>
                    <a:pt x="427" y="647"/>
                  </a:cubicBezTo>
                  <a:cubicBezTo>
                    <a:pt x="592" y="647"/>
                    <a:pt x="751" y="519"/>
                    <a:pt x="751" y="324"/>
                  </a:cubicBezTo>
                  <a:cubicBezTo>
                    <a:pt x="751" y="145"/>
                    <a:pt x="608" y="1"/>
                    <a:pt x="428" y="1"/>
                  </a:cubicBezTo>
                  <a:cubicBezTo>
                    <a:pt x="423" y="1"/>
                    <a:pt x="419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2368118" y="2872833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5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5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6"/>
            <p:cNvSpPr/>
            <p:nvPr/>
          </p:nvSpPr>
          <p:spPr>
            <a:xfrm>
              <a:off x="2443788" y="287283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6"/>
            <p:cNvSpPr/>
            <p:nvPr/>
          </p:nvSpPr>
          <p:spPr>
            <a:xfrm>
              <a:off x="2515881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6"/>
            <p:cNvSpPr/>
            <p:nvPr/>
          </p:nvSpPr>
          <p:spPr>
            <a:xfrm>
              <a:off x="2591585" y="287283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2" y="0"/>
                  </a:moveTo>
                  <a:cubicBezTo>
                    <a:pt x="446" y="0"/>
                    <a:pt x="439" y="0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7" y="647"/>
                    <a:pt x="759" y="519"/>
                    <a:pt x="767" y="324"/>
                  </a:cubicBezTo>
                  <a:cubicBezTo>
                    <a:pt x="767" y="140"/>
                    <a:pt x="623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2670866" y="287283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6"/>
            <p:cNvSpPr/>
            <p:nvPr/>
          </p:nvSpPr>
          <p:spPr>
            <a:xfrm>
              <a:off x="2743360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6"/>
            <p:cNvSpPr/>
            <p:nvPr/>
          </p:nvSpPr>
          <p:spPr>
            <a:xfrm>
              <a:off x="2819063" y="287283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6"/>
            <p:cNvSpPr/>
            <p:nvPr/>
          </p:nvSpPr>
          <p:spPr>
            <a:xfrm>
              <a:off x="2288402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2364106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6"/>
            <p:cNvSpPr/>
            <p:nvPr/>
          </p:nvSpPr>
          <p:spPr>
            <a:xfrm>
              <a:off x="2440211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49" y="658"/>
                    <a:pt x="428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6"/>
            <p:cNvSpPr/>
            <p:nvPr/>
          </p:nvSpPr>
          <p:spPr>
            <a:xfrm>
              <a:off x="2515881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6"/>
            <p:cNvSpPr/>
            <p:nvPr/>
          </p:nvSpPr>
          <p:spPr>
            <a:xfrm>
              <a:off x="2591585" y="2936131"/>
              <a:ext cx="25648" cy="21937"/>
            </a:xfrm>
            <a:custGeom>
              <a:rect b="b" l="l" r="r" t="t"/>
              <a:pathLst>
                <a:path extrusionOk="0" h="656" w="767">
                  <a:moveTo>
                    <a:pt x="432" y="0"/>
                  </a:moveTo>
                  <a:cubicBezTo>
                    <a:pt x="144" y="12"/>
                    <a:pt x="0" y="360"/>
                    <a:pt x="204" y="563"/>
                  </a:cubicBezTo>
                  <a:cubicBezTo>
                    <a:pt x="268" y="627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6"/>
            <p:cNvSpPr/>
            <p:nvPr/>
          </p:nvSpPr>
          <p:spPr>
            <a:xfrm>
              <a:off x="2667288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6"/>
            <p:cNvSpPr/>
            <p:nvPr/>
          </p:nvSpPr>
          <p:spPr>
            <a:xfrm>
              <a:off x="2743360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6"/>
            <p:cNvSpPr/>
            <p:nvPr/>
          </p:nvSpPr>
          <p:spPr>
            <a:xfrm>
              <a:off x="2819063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42" name="Google Shape;942;p16"/>
          <p:cNvCxnSpPr/>
          <p:nvPr/>
        </p:nvCxnSpPr>
        <p:spPr>
          <a:xfrm rot="10800000">
            <a:off x="8889575" y="-9400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16"/>
          <p:cNvSpPr/>
          <p:nvPr/>
        </p:nvSpPr>
        <p:spPr>
          <a:xfrm rot="5400000">
            <a:off x="643138" y="4298830"/>
            <a:ext cx="201573" cy="1487762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2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7"/>
          <p:cNvSpPr txBox="1"/>
          <p:nvPr>
            <p:ph type="title"/>
          </p:nvPr>
        </p:nvSpPr>
        <p:spPr>
          <a:xfrm>
            <a:off x="713225" y="445025"/>
            <a:ext cx="38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6" name="Google Shape;946;p17"/>
          <p:cNvSpPr/>
          <p:nvPr/>
        </p:nvSpPr>
        <p:spPr>
          <a:xfrm>
            <a:off x="-20154" y="679368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7" name="Google Shape;947;p17"/>
          <p:cNvGrpSpPr/>
          <p:nvPr/>
        </p:nvGrpSpPr>
        <p:grpSpPr>
          <a:xfrm>
            <a:off x="8439889" y="144954"/>
            <a:ext cx="555934" cy="466650"/>
            <a:chOff x="4723089" y="2279829"/>
            <a:chExt cx="555934" cy="466650"/>
          </a:xfrm>
        </p:grpSpPr>
        <p:sp>
          <p:nvSpPr>
            <p:cNvPr id="948" name="Google Shape;948;p17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7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7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7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7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7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7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7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7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7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7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7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7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7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7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7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7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7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17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17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17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17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17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17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17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17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7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7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17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17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7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17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17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17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17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17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17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17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17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17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17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17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17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17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7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17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17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7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7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7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7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7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7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7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7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7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7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7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7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7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7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7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7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7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2" name="Google Shape;1012;p17"/>
          <p:cNvSpPr/>
          <p:nvPr/>
        </p:nvSpPr>
        <p:spPr>
          <a:xfrm>
            <a:off x="5" y="0"/>
            <a:ext cx="136201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17"/>
          <p:cNvSpPr/>
          <p:nvPr/>
        </p:nvSpPr>
        <p:spPr>
          <a:xfrm rot="-5400000">
            <a:off x="8095383" y="3427934"/>
            <a:ext cx="495959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17"/>
          <p:cNvSpPr/>
          <p:nvPr/>
        </p:nvSpPr>
        <p:spPr>
          <a:xfrm rot="5400000">
            <a:off x="7868738" y="3792056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3"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8"/>
          <p:cNvSpPr txBox="1"/>
          <p:nvPr>
            <p:ph type="title"/>
          </p:nvPr>
        </p:nvSpPr>
        <p:spPr>
          <a:xfrm>
            <a:off x="713225" y="445025"/>
            <a:ext cx="38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7" name="Google Shape;1017;p18"/>
          <p:cNvSpPr/>
          <p:nvPr/>
        </p:nvSpPr>
        <p:spPr>
          <a:xfrm>
            <a:off x="8775525" y="3"/>
            <a:ext cx="368475" cy="1260019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18"/>
          <p:cNvSpPr/>
          <p:nvPr/>
        </p:nvSpPr>
        <p:spPr>
          <a:xfrm>
            <a:off x="5" y="3066000"/>
            <a:ext cx="136201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9" name="Google Shape;1019;p18"/>
          <p:cNvGrpSpPr/>
          <p:nvPr/>
        </p:nvGrpSpPr>
        <p:grpSpPr>
          <a:xfrm>
            <a:off x="8041439" y="149704"/>
            <a:ext cx="555934" cy="466650"/>
            <a:chOff x="4723089" y="2279829"/>
            <a:chExt cx="555934" cy="466650"/>
          </a:xfrm>
        </p:grpSpPr>
        <p:sp>
          <p:nvSpPr>
            <p:cNvPr id="1020" name="Google Shape;1020;p18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8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8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8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8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8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8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18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18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18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18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18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18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18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18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18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18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18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18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18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18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18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8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8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18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18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8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18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18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18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18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18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8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8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_4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9"/>
          <p:cNvSpPr/>
          <p:nvPr/>
        </p:nvSpPr>
        <p:spPr>
          <a:xfrm>
            <a:off x="3505800" y="1020750"/>
            <a:ext cx="4934100" cy="412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9"/>
          <p:cNvSpPr/>
          <p:nvPr/>
        </p:nvSpPr>
        <p:spPr>
          <a:xfrm>
            <a:off x="2762397" y="2706096"/>
            <a:ext cx="643252" cy="2671455"/>
          </a:xfrm>
          <a:custGeom>
            <a:rect b="b" l="l" r="r" t="t"/>
            <a:pathLst>
              <a:path extrusionOk="0" h="79888" w="19236">
                <a:moveTo>
                  <a:pt x="1" y="1"/>
                </a:moveTo>
                <a:lnTo>
                  <a:pt x="1" y="79888"/>
                </a:lnTo>
                <a:lnTo>
                  <a:pt x="19236" y="79888"/>
                </a:lnTo>
                <a:lnTo>
                  <a:pt x="192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7" name="Google Shape;1087;p19"/>
          <p:cNvGrpSpPr/>
          <p:nvPr/>
        </p:nvGrpSpPr>
        <p:grpSpPr>
          <a:xfrm>
            <a:off x="2081705" y="3092486"/>
            <a:ext cx="556341" cy="466622"/>
            <a:chOff x="5590805" y="3094411"/>
            <a:chExt cx="556341" cy="466622"/>
          </a:xfrm>
        </p:grpSpPr>
        <p:sp>
          <p:nvSpPr>
            <p:cNvPr id="1088" name="Google Shape;1088;p19"/>
            <p:cNvSpPr/>
            <p:nvPr/>
          </p:nvSpPr>
          <p:spPr>
            <a:xfrm>
              <a:off x="5590805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9"/>
            <p:cNvSpPr/>
            <p:nvPr/>
          </p:nvSpPr>
          <p:spPr>
            <a:xfrm>
              <a:off x="5670493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9"/>
            <p:cNvSpPr/>
            <p:nvPr/>
          </p:nvSpPr>
          <p:spPr>
            <a:xfrm>
              <a:off x="5742589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9"/>
            <p:cNvSpPr/>
            <p:nvPr/>
          </p:nvSpPr>
          <p:spPr>
            <a:xfrm>
              <a:off x="5818297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9"/>
            <p:cNvSpPr/>
            <p:nvPr/>
          </p:nvSpPr>
          <p:spPr>
            <a:xfrm>
              <a:off x="5897985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9"/>
            <p:cNvSpPr/>
            <p:nvPr/>
          </p:nvSpPr>
          <p:spPr>
            <a:xfrm>
              <a:off x="5970082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9"/>
            <p:cNvSpPr/>
            <p:nvPr/>
          </p:nvSpPr>
          <p:spPr>
            <a:xfrm>
              <a:off x="6045790" y="30944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9"/>
            <p:cNvSpPr/>
            <p:nvPr/>
          </p:nvSpPr>
          <p:spPr>
            <a:xfrm>
              <a:off x="6125076" y="30944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9"/>
            <p:cNvSpPr/>
            <p:nvPr/>
          </p:nvSpPr>
          <p:spPr>
            <a:xfrm>
              <a:off x="5590805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9"/>
            <p:cNvSpPr/>
            <p:nvPr/>
          </p:nvSpPr>
          <p:spPr>
            <a:xfrm>
              <a:off x="5666915" y="31580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9"/>
            <p:cNvSpPr/>
            <p:nvPr/>
          </p:nvSpPr>
          <p:spPr>
            <a:xfrm>
              <a:off x="5742589" y="31580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9"/>
            <p:cNvSpPr/>
            <p:nvPr/>
          </p:nvSpPr>
          <p:spPr>
            <a:xfrm>
              <a:off x="5818297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9"/>
            <p:cNvSpPr/>
            <p:nvPr/>
          </p:nvSpPr>
          <p:spPr>
            <a:xfrm>
              <a:off x="5894006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9"/>
            <p:cNvSpPr/>
            <p:nvPr/>
          </p:nvSpPr>
          <p:spPr>
            <a:xfrm>
              <a:off x="5970082" y="31580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9"/>
            <p:cNvSpPr/>
            <p:nvPr/>
          </p:nvSpPr>
          <p:spPr>
            <a:xfrm>
              <a:off x="6045890" y="31580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9"/>
            <p:cNvSpPr/>
            <p:nvPr/>
          </p:nvSpPr>
          <p:spPr>
            <a:xfrm>
              <a:off x="6121498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9"/>
            <p:cNvSpPr/>
            <p:nvPr/>
          </p:nvSpPr>
          <p:spPr>
            <a:xfrm>
              <a:off x="5590805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9"/>
            <p:cNvSpPr/>
            <p:nvPr/>
          </p:nvSpPr>
          <p:spPr>
            <a:xfrm>
              <a:off x="5670493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9"/>
            <p:cNvSpPr/>
            <p:nvPr/>
          </p:nvSpPr>
          <p:spPr>
            <a:xfrm>
              <a:off x="5742589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9"/>
            <p:cNvSpPr/>
            <p:nvPr/>
          </p:nvSpPr>
          <p:spPr>
            <a:xfrm>
              <a:off x="5818297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9"/>
            <p:cNvSpPr/>
            <p:nvPr/>
          </p:nvSpPr>
          <p:spPr>
            <a:xfrm>
              <a:off x="5897985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9"/>
            <p:cNvSpPr/>
            <p:nvPr/>
          </p:nvSpPr>
          <p:spPr>
            <a:xfrm>
              <a:off x="5970082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9"/>
            <p:cNvSpPr/>
            <p:nvPr/>
          </p:nvSpPr>
          <p:spPr>
            <a:xfrm>
              <a:off x="6045790" y="32213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9"/>
            <p:cNvSpPr/>
            <p:nvPr/>
          </p:nvSpPr>
          <p:spPr>
            <a:xfrm>
              <a:off x="6125076" y="32213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19"/>
            <p:cNvSpPr/>
            <p:nvPr/>
          </p:nvSpPr>
          <p:spPr>
            <a:xfrm>
              <a:off x="5590805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19"/>
            <p:cNvSpPr/>
            <p:nvPr/>
          </p:nvSpPr>
          <p:spPr>
            <a:xfrm>
              <a:off x="5670493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19"/>
            <p:cNvSpPr/>
            <p:nvPr/>
          </p:nvSpPr>
          <p:spPr>
            <a:xfrm>
              <a:off x="5742589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19"/>
            <p:cNvSpPr/>
            <p:nvPr/>
          </p:nvSpPr>
          <p:spPr>
            <a:xfrm>
              <a:off x="5818297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9"/>
            <p:cNvSpPr/>
            <p:nvPr/>
          </p:nvSpPr>
          <p:spPr>
            <a:xfrm>
              <a:off x="5897985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5970082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19"/>
            <p:cNvSpPr/>
            <p:nvPr/>
          </p:nvSpPr>
          <p:spPr>
            <a:xfrm>
              <a:off x="6045790" y="32850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19"/>
            <p:cNvSpPr/>
            <p:nvPr/>
          </p:nvSpPr>
          <p:spPr>
            <a:xfrm>
              <a:off x="6125076" y="32850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9"/>
            <p:cNvSpPr/>
            <p:nvPr/>
          </p:nvSpPr>
          <p:spPr>
            <a:xfrm>
              <a:off x="5590805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19"/>
            <p:cNvSpPr/>
            <p:nvPr/>
          </p:nvSpPr>
          <p:spPr>
            <a:xfrm>
              <a:off x="5666915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19"/>
            <p:cNvSpPr/>
            <p:nvPr/>
          </p:nvSpPr>
          <p:spPr>
            <a:xfrm>
              <a:off x="5742589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9"/>
            <p:cNvSpPr/>
            <p:nvPr/>
          </p:nvSpPr>
          <p:spPr>
            <a:xfrm>
              <a:off x="5818297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9"/>
            <p:cNvSpPr/>
            <p:nvPr/>
          </p:nvSpPr>
          <p:spPr>
            <a:xfrm>
              <a:off x="5894006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19"/>
            <p:cNvSpPr/>
            <p:nvPr/>
          </p:nvSpPr>
          <p:spPr>
            <a:xfrm>
              <a:off x="5970082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19"/>
            <p:cNvSpPr/>
            <p:nvPr/>
          </p:nvSpPr>
          <p:spPr>
            <a:xfrm>
              <a:off x="6045790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9"/>
            <p:cNvSpPr/>
            <p:nvPr/>
          </p:nvSpPr>
          <p:spPr>
            <a:xfrm>
              <a:off x="6121498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9"/>
            <p:cNvSpPr/>
            <p:nvPr/>
          </p:nvSpPr>
          <p:spPr>
            <a:xfrm>
              <a:off x="5590805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19"/>
            <p:cNvSpPr/>
            <p:nvPr/>
          </p:nvSpPr>
          <p:spPr>
            <a:xfrm>
              <a:off x="5670493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19"/>
            <p:cNvSpPr/>
            <p:nvPr/>
          </p:nvSpPr>
          <p:spPr>
            <a:xfrm>
              <a:off x="5742589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9"/>
            <p:cNvSpPr/>
            <p:nvPr/>
          </p:nvSpPr>
          <p:spPr>
            <a:xfrm>
              <a:off x="5818297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9"/>
            <p:cNvSpPr/>
            <p:nvPr/>
          </p:nvSpPr>
          <p:spPr>
            <a:xfrm>
              <a:off x="5897985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19"/>
            <p:cNvSpPr/>
            <p:nvPr/>
          </p:nvSpPr>
          <p:spPr>
            <a:xfrm>
              <a:off x="5970082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19"/>
            <p:cNvSpPr/>
            <p:nvPr/>
          </p:nvSpPr>
          <p:spPr>
            <a:xfrm>
              <a:off x="6045790" y="34119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19"/>
            <p:cNvSpPr/>
            <p:nvPr/>
          </p:nvSpPr>
          <p:spPr>
            <a:xfrm>
              <a:off x="6125076" y="34119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19"/>
            <p:cNvSpPr/>
            <p:nvPr/>
          </p:nvSpPr>
          <p:spPr>
            <a:xfrm>
              <a:off x="5590805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19"/>
            <p:cNvSpPr/>
            <p:nvPr/>
          </p:nvSpPr>
          <p:spPr>
            <a:xfrm>
              <a:off x="5666915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19"/>
            <p:cNvSpPr/>
            <p:nvPr/>
          </p:nvSpPr>
          <p:spPr>
            <a:xfrm>
              <a:off x="5742589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19"/>
            <p:cNvSpPr/>
            <p:nvPr/>
          </p:nvSpPr>
          <p:spPr>
            <a:xfrm>
              <a:off x="5818297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19"/>
            <p:cNvSpPr/>
            <p:nvPr/>
          </p:nvSpPr>
          <p:spPr>
            <a:xfrm>
              <a:off x="5894006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19"/>
            <p:cNvSpPr/>
            <p:nvPr/>
          </p:nvSpPr>
          <p:spPr>
            <a:xfrm>
              <a:off x="5970082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9"/>
            <p:cNvSpPr/>
            <p:nvPr/>
          </p:nvSpPr>
          <p:spPr>
            <a:xfrm>
              <a:off x="6045790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9"/>
            <p:cNvSpPr/>
            <p:nvPr/>
          </p:nvSpPr>
          <p:spPr>
            <a:xfrm>
              <a:off x="6121498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19"/>
            <p:cNvSpPr/>
            <p:nvPr/>
          </p:nvSpPr>
          <p:spPr>
            <a:xfrm>
              <a:off x="5590805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19"/>
            <p:cNvSpPr/>
            <p:nvPr/>
          </p:nvSpPr>
          <p:spPr>
            <a:xfrm>
              <a:off x="5666915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9"/>
            <p:cNvSpPr/>
            <p:nvPr/>
          </p:nvSpPr>
          <p:spPr>
            <a:xfrm>
              <a:off x="5742589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9"/>
            <p:cNvSpPr/>
            <p:nvPr/>
          </p:nvSpPr>
          <p:spPr>
            <a:xfrm>
              <a:off x="5818297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9"/>
            <p:cNvSpPr/>
            <p:nvPr/>
          </p:nvSpPr>
          <p:spPr>
            <a:xfrm>
              <a:off x="5894006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9"/>
            <p:cNvSpPr/>
            <p:nvPr/>
          </p:nvSpPr>
          <p:spPr>
            <a:xfrm>
              <a:off x="5970082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9"/>
            <p:cNvSpPr/>
            <p:nvPr/>
          </p:nvSpPr>
          <p:spPr>
            <a:xfrm>
              <a:off x="6045790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9"/>
            <p:cNvSpPr/>
            <p:nvPr/>
          </p:nvSpPr>
          <p:spPr>
            <a:xfrm>
              <a:off x="6121498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2" name="Google Shape;1152;p19"/>
          <p:cNvSpPr/>
          <p:nvPr/>
        </p:nvSpPr>
        <p:spPr>
          <a:xfrm>
            <a:off x="1214426" y="3662931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19"/>
          <p:cNvSpPr/>
          <p:nvPr/>
        </p:nvSpPr>
        <p:spPr>
          <a:xfrm>
            <a:off x="3505768" y="1020753"/>
            <a:ext cx="33" cy="2901355"/>
          </a:xfrm>
          <a:custGeom>
            <a:rect b="b" l="l" r="r" t="t"/>
            <a:pathLst>
              <a:path extrusionOk="0" fill="none" h="86763" w="1">
                <a:moveTo>
                  <a:pt x="0" y="86762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19"/>
          <p:cNvSpPr txBox="1"/>
          <p:nvPr>
            <p:ph type="title"/>
          </p:nvPr>
        </p:nvSpPr>
        <p:spPr>
          <a:xfrm>
            <a:off x="713225" y="445025"/>
            <a:ext cx="38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5" name="Google Shape;1155;p19"/>
          <p:cNvSpPr/>
          <p:nvPr/>
        </p:nvSpPr>
        <p:spPr>
          <a:xfrm>
            <a:off x="8775525" y="3"/>
            <a:ext cx="368475" cy="1260019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6" name="Google Shape;1156;p19"/>
          <p:cNvGrpSpPr/>
          <p:nvPr/>
        </p:nvGrpSpPr>
        <p:grpSpPr>
          <a:xfrm>
            <a:off x="8101430" y="72886"/>
            <a:ext cx="556341" cy="466622"/>
            <a:chOff x="5590805" y="3094411"/>
            <a:chExt cx="556341" cy="466622"/>
          </a:xfrm>
        </p:grpSpPr>
        <p:sp>
          <p:nvSpPr>
            <p:cNvPr id="1157" name="Google Shape;1157;p19"/>
            <p:cNvSpPr/>
            <p:nvPr/>
          </p:nvSpPr>
          <p:spPr>
            <a:xfrm>
              <a:off x="5590805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9"/>
            <p:cNvSpPr/>
            <p:nvPr/>
          </p:nvSpPr>
          <p:spPr>
            <a:xfrm>
              <a:off x="5670493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9"/>
            <p:cNvSpPr/>
            <p:nvPr/>
          </p:nvSpPr>
          <p:spPr>
            <a:xfrm>
              <a:off x="5742589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9"/>
            <p:cNvSpPr/>
            <p:nvPr/>
          </p:nvSpPr>
          <p:spPr>
            <a:xfrm>
              <a:off x="5818297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9"/>
            <p:cNvSpPr/>
            <p:nvPr/>
          </p:nvSpPr>
          <p:spPr>
            <a:xfrm>
              <a:off x="5897985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9"/>
            <p:cNvSpPr/>
            <p:nvPr/>
          </p:nvSpPr>
          <p:spPr>
            <a:xfrm>
              <a:off x="5970082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9"/>
            <p:cNvSpPr/>
            <p:nvPr/>
          </p:nvSpPr>
          <p:spPr>
            <a:xfrm>
              <a:off x="6045790" y="30944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9"/>
            <p:cNvSpPr/>
            <p:nvPr/>
          </p:nvSpPr>
          <p:spPr>
            <a:xfrm>
              <a:off x="6125076" y="30944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9"/>
            <p:cNvSpPr/>
            <p:nvPr/>
          </p:nvSpPr>
          <p:spPr>
            <a:xfrm>
              <a:off x="5590805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9"/>
            <p:cNvSpPr/>
            <p:nvPr/>
          </p:nvSpPr>
          <p:spPr>
            <a:xfrm>
              <a:off x="5666915" y="31580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9"/>
            <p:cNvSpPr/>
            <p:nvPr/>
          </p:nvSpPr>
          <p:spPr>
            <a:xfrm>
              <a:off x="5742589" y="31580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9"/>
            <p:cNvSpPr/>
            <p:nvPr/>
          </p:nvSpPr>
          <p:spPr>
            <a:xfrm>
              <a:off x="5818297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9"/>
            <p:cNvSpPr/>
            <p:nvPr/>
          </p:nvSpPr>
          <p:spPr>
            <a:xfrm>
              <a:off x="5894006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9"/>
            <p:cNvSpPr/>
            <p:nvPr/>
          </p:nvSpPr>
          <p:spPr>
            <a:xfrm>
              <a:off x="5970082" y="31580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9"/>
            <p:cNvSpPr/>
            <p:nvPr/>
          </p:nvSpPr>
          <p:spPr>
            <a:xfrm>
              <a:off x="6045890" y="31580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9"/>
            <p:cNvSpPr/>
            <p:nvPr/>
          </p:nvSpPr>
          <p:spPr>
            <a:xfrm>
              <a:off x="6121498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9"/>
            <p:cNvSpPr/>
            <p:nvPr/>
          </p:nvSpPr>
          <p:spPr>
            <a:xfrm>
              <a:off x="5590805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9"/>
            <p:cNvSpPr/>
            <p:nvPr/>
          </p:nvSpPr>
          <p:spPr>
            <a:xfrm>
              <a:off x="5670493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9"/>
            <p:cNvSpPr/>
            <p:nvPr/>
          </p:nvSpPr>
          <p:spPr>
            <a:xfrm>
              <a:off x="5742589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9"/>
            <p:cNvSpPr/>
            <p:nvPr/>
          </p:nvSpPr>
          <p:spPr>
            <a:xfrm>
              <a:off x="5818297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9"/>
            <p:cNvSpPr/>
            <p:nvPr/>
          </p:nvSpPr>
          <p:spPr>
            <a:xfrm>
              <a:off x="5897985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9"/>
            <p:cNvSpPr/>
            <p:nvPr/>
          </p:nvSpPr>
          <p:spPr>
            <a:xfrm>
              <a:off x="5970082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9"/>
            <p:cNvSpPr/>
            <p:nvPr/>
          </p:nvSpPr>
          <p:spPr>
            <a:xfrm>
              <a:off x="6045790" y="32213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9"/>
            <p:cNvSpPr/>
            <p:nvPr/>
          </p:nvSpPr>
          <p:spPr>
            <a:xfrm>
              <a:off x="6125076" y="32213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9"/>
            <p:cNvSpPr/>
            <p:nvPr/>
          </p:nvSpPr>
          <p:spPr>
            <a:xfrm>
              <a:off x="5590805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9"/>
            <p:cNvSpPr/>
            <p:nvPr/>
          </p:nvSpPr>
          <p:spPr>
            <a:xfrm>
              <a:off x="5670493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9"/>
            <p:cNvSpPr/>
            <p:nvPr/>
          </p:nvSpPr>
          <p:spPr>
            <a:xfrm>
              <a:off x="5742589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9"/>
            <p:cNvSpPr/>
            <p:nvPr/>
          </p:nvSpPr>
          <p:spPr>
            <a:xfrm>
              <a:off x="5818297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9"/>
            <p:cNvSpPr/>
            <p:nvPr/>
          </p:nvSpPr>
          <p:spPr>
            <a:xfrm>
              <a:off x="5897985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9"/>
            <p:cNvSpPr/>
            <p:nvPr/>
          </p:nvSpPr>
          <p:spPr>
            <a:xfrm>
              <a:off x="5970082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9"/>
            <p:cNvSpPr/>
            <p:nvPr/>
          </p:nvSpPr>
          <p:spPr>
            <a:xfrm>
              <a:off x="6045790" y="32850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9"/>
            <p:cNvSpPr/>
            <p:nvPr/>
          </p:nvSpPr>
          <p:spPr>
            <a:xfrm>
              <a:off x="6125076" y="32850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9"/>
            <p:cNvSpPr/>
            <p:nvPr/>
          </p:nvSpPr>
          <p:spPr>
            <a:xfrm>
              <a:off x="5590805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9"/>
            <p:cNvSpPr/>
            <p:nvPr/>
          </p:nvSpPr>
          <p:spPr>
            <a:xfrm>
              <a:off x="5666915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9"/>
            <p:cNvSpPr/>
            <p:nvPr/>
          </p:nvSpPr>
          <p:spPr>
            <a:xfrm>
              <a:off x="5742589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9"/>
            <p:cNvSpPr/>
            <p:nvPr/>
          </p:nvSpPr>
          <p:spPr>
            <a:xfrm>
              <a:off x="5818297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9"/>
            <p:cNvSpPr/>
            <p:nvPr/>
          </p:nvSpPr>
          <p:spPr>
            <a:xfrm>
              <a:off x="5894006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9"/>
            <p:cNvSpPr/>
            <p:nvPr/>
          </p:nvSpPr>
          <p:spPr>
            <a:xfrm>
              <a:off x="5970082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9"/>
            <p:cNvSpPr/>
            <p:nvPr/>
          </p:nvSpPr>
          <p:spPr>
            <a:xfrm>
              <a:off x="6045790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9"/>
            <p:cNvSpPr/>
            <p:nvPr/>
          </p:nvSpPr>
          <p:spPr>
            <a:xfrm>
              <a:off x="6121498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9"/>
            <p:cNvSpPr/>
            <p:nvPr/>
          </p:nvSpPr>
          <p:spPr>
            <a:xfrm>
              <a:off x="5590805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9"/>
            <p:cNvSpPr/>
            <p:nvPr/>
          </p:nvSpPr>
          <p:spPr>
            <a:xfrm>
              <a:off x="5670493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9"/>
            <p:cNvSpPr/>
            <p:nvPr/>
          </p:nvSpPr>
          <p:spPr>
            <a:xfrm>
              <a:off x="5742589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9"/>
            <p:cNvSpPr/>
            <p:nvPr/>
          </p:nvSpPr>
          <p:spPr>
            <a:xfrm>
              <a:off x="5818297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9"/>
            <p:cNvSpPr/>
            <p:nvPr/>
          </p:nvSpPr>
          <p:spPr>
            <a:xfrm>
              <a:off x="5897985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9"/>
            <p:cNvSpPr/>
            <p:nvPr/>
          </p:nvSpPr>
          <p:spPr>
            <a:xfrm>
              <a:off x="5970082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9"/>
            <p:cNvSpPr/>
            <p:nvPr/>
          </p:nvSpPr>
          <p:spPr>
            <a:xfrm>
              <a:off x="6045790" y="34119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9"/>
            <p:cNvSpPr/>
            <p:nvPr/>
          </p:nvSpPr>
          <p:spPr>
            <a:xfrm>
              <a:off x="6125076" y="34119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9"/>
            <p:cNvSpPr/>
            <p:nvPr/>
          </p:nvSpPr>
          <p:spPr>
            <a:xfrm>
              <a:off x="5590805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9"/>
            <p:cNvSpPr/>
            <p:nvPr/>
          </p:nvSpPr>
          <p:spPr>
            <a:xfrm>
              <a:off x="5666915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9"/>
            <p:cNvSpPr/>
            <p:nvPr/>
          </p:nvSpPr>
          <p:spPr>
            <a:xfrm>
              <a:off x="5742589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9"/>
            <p:cNvSpPr/>
            <p:nvPr/>
          </p:nvSpPr>
          <p:spPr>
            <a:xfrm>
              <a:off x="5818297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9"/>
            <p:cNvSpPr/>
            <p:nvPr/>
          </p:nvSpPr>
          <p:spPr>
            <a:xfrm>
              <a:off x="5894006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9"/>
            <p:cNvSpPr/>
            <p:nvPr/>
          </p:nvSpPr>
          <p:spPr>
            <a:xfrm>
              <a:off x="5970082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9"/>
            <p:cNvSpPr/>
            <p:nvPr/>
          </p:nvSpPr>
          <p:spPr>
            <a:xfrm>
              <a:off x="6045790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19"/>
            <p:cNvSpPr/>
            <p:nvPr/>
          </p:nvSpPr>
          <p:spPr>
            <a:xfrm>
              <a:off x="6121498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9"/>
            <p:cNvSpPr/>
            <p:nvPr/>
          </p:nvSpPr>
          <p:spPr>
            <a:xfrm>
              <a:off x="5590805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9"/>
            <p:cNvSpPr/>
            <p:nvPr/>
          </p:nvSpPr>
          <p:spPr>
            <a:xfrm>
              <a:off x="5666915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9"/>
            <p:cNvSpPr/>
            <p:nvPr/>
          </p:nvSpPr>
          <p:spPr>
            <a:xfrm>
              <a:off x="5742589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9"/>
            <p:cNvSpPr/>
            <p:nvPr/>
          </p:nvSpPr>
          <p:spPr>
            <a:xfrm>
              <a:off x="5818297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9"/>
            <p:cNvSpPr/>
            <p:nvPr/>
          </p:nvSpPr>
          <p:spPr>
            <a:xfrm>
              <a:off x="5894006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9"/>
            <p:cNvSpPr/>
            <p:nvPr/>
          </p:nvSpPr>
          <p:spPr>
            <a:xfrm>
              <a:off x="5970082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9"/>
            <p:cNvSpPr/>
            <p:nvPr/>
          </p:nvSpPr>
          <p:spPr>
            <a:xfrm>
              <a:off x="6045790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9"/>
            <p:cNvSpPr/>
            <p:nvPr/>
          </p:nvSpPr>
          <p:spPr>
            <a:xfrm>
              <a:off x="6121498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SECTION_TITLE_AND_DESCRIPTION_1"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0"/>
          <p:cNvSpPr/>
          <p:nvPr/>
        </p:nvSpPr>
        <p:spPr>
          <a:xfrm>
            <a:off x="1818406" y="1937596"/>
            <a:ext cx="823460" cy="1680594"/>
          </a:xfrm>
          <a:custGeom>
            <a:rect b="b" l="l" r="r" t="t"/>
            <a:pathLst>
              <a:path extrusionOk="0" h="50257" w="24625">
                <a:moveTo>
                  <a:pt x="24625" y="1"/>
                </a:moveTo>
                <a:cubicBezTo>
                  <a:pt x="11055" y="372"/>
                  <a:pt x="0" y="11463"/>
                  <a:pt x="0" y="25129"/>
                </a:cubicBezTo>
                <a:cubicBezTo>
                  <a:pt x="0" y="38795"/>
                  <a:pt x="11055" y="49885"/>
                  <a:pt x="24625" y="50257"/>
                </a:cubicBezTo>
                <a:lnTo>
                  <a:pt x="24625" y="37585"/>
                </a:lnTo>
                <a:lnTo>
                  <a:pt x="20014" y="26063"/>
                </a:lnTo>
                <a:lnTo>
                  <a:pt x="24625" y="12673"/>
                </a:lnTo>
                <a:lnTo>
                  <a:pt x="24625" y="1"/>
                </a:lnTo>
                <a:close/>
              </a:path>
            </a:pathLst>
          </a:custGeom>
          <a:solidFill>
            <a:srgbClr val="0065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0"/>
          <p:cNvSpPr/>
          <p:nvPr/>
        </p:nvSpPr>
        <p:spPr>
          <a:xfrm>
            <a:off x="2228915" y="2361348"/>
            <a:ext cx="412951" cy="832689"/>
          </a:xfrm>
          <a:custGeom>
            <a:rect b="b" l="l" r="r" t="t"/>
            <a:pathLst>
              <a:path extrusionOk="0" h="24901" w="12349">
                <a:moveTo>
                  <a:pt x="12349" y="1"/>
                </a:moveTo>
                <a:cubicBezTo>
                  <a:pt x="5594" y="144"/>
                  <a:pt x="1" y="5666"/>
                  <a:pt x="1" y="12445"/>
                </a:cubicBezTo>
                <a:cubicBezTo>
                  <a:pt x="1" y="19236"/>
                  <a:pt x="5594" y="24757"/>
                  <a:pt x="12349" y="24901"/>
                </a:cubicBezTo>
                <a:lnTo>
                  <a:pt x="12349" y="1"/>
                </a:ln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0"/>
          <p:cNvSpPr/>
          <p:nvPr/>
        </p:nvSpPr>
        <p:spPr>
          <a:xfrm>
            <a:off x="485671" y="2768766"/>
            <a:ext cx="2164003" cy="1311316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0"/>
          <p:cNvSpPr/>
          <p:nvPr/>
        </p:nvSpPr>
        <p:spPr>
          <a:xfrm>
            <a:off x="2644237" y="539500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0"/>
          <p:cNvSpPr/>
          <p:nvPr/>
        </p:nvSpPr>
        <p:spPr>
          <a:xfrm>
            <a:off x="7381802" y="2387014"/>
            <a:ext cx="403755" cy="375030"/>
          </a:xfrm>
          <a:custGeom>
            <a:rect b="b" l="l" r="r" t="t"/>
            <a:pathLst>
              <a:path extrusionOk="0" h="11215" w="12074">
                <a:moveTo>
                  <a:pt x="6019" y="1"/>
                </a:moveTo>
                <a:cubicBezTo>
                  <a:pt x="3324" y="1"/>
                  <a:pt x="945" y="1954"/>
                  <a:pt x="504" y="4711"/>
                </a:cubicBezTo>
                <a:cubicBezTo>
                  <a:pt x="1" y="7765"/>
                  <a:pt x="2085" y="10652"/>
                  <a:pt x="5139" y="11143"/>
                </a:cubicBezTo>
                <a:cubicBezTo>
                  <a:pt x="5441" y="11191"/>
                  <a:pt x="5741" y="11215"/>
                  <a:pt x="6037" y="11215"/>
                </a:cubicBezTo>
                <a:cubicBezTo>
                  <a:pt x="8740" y="11215"/>
                  <a:pt x="11128" y="9260"/>
                  <a:pt x="11571" y="6508"/>
                </a:cubicBezTo>
                <a:cubicBezTo>
                  <a:pt x="12074" y="3453"/>
                  <a:pt x="9990" y="567"/>
                  <a:pt x="6936" y="76"/>
                </a:cubicBezTo>
                <a:cubicBezTo>
                  <a:pt x="6628" y="25"/>
                  <a:pt x="6322" y="1"/>
                  <a:pt x="6019" y="1"/>
                </a:cubicBez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0"/>
          <p:cNvSpPr/>
          <p:nvPr/>
        </p:nvSpPr>
        <p:spPr>
          <a:xfrm>
            <a:off x="7240820" y="2231721"/>
            <a:ext cx="685721" cy="685319"/>
          </a:xfrm>
          <a:custGeom>
            <a:rect b="b" l="l" r="r" t="t"/>
            <a:pathLst>
              <a:path extrusionOk="0" fill="none" h="20494" w="20506">
                <a:moveTo>
                  <a:pt x="16853" y="3642"/>
                </a:moveTo>
                <a:cubicBezTo>
                  <a:pt x="20506" y="7295"/>
                  <a:pt x="20506" y="13200"/>
                  <a:pt x="16853" y="16853"/>
                </a:cubicBezTo>
                <a:cubicBezTo>
                  <a:pt x="13200" y="20494"/>
                  <a:pt x="7295" y="20494"/>
                  <a:pt x="3642" y="16853"/>
                </a:cubicBezTo>
                <a:cubicBezTo>
                  <a:pt x="1" y="13200"/>
                  <a:pt x="1" y="7295"/>
                  <a:pt x="3642" y="3642"/>
                </a:cubicBezTo>
                <a:cubicBezTo>
                  <a:pt x="7295" y="1"/>
                  <a:pt x="13200" y="1"/>
                  <a:pt x="16853" y="3642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0"/>
          <p:cNvSpPr/>
          <p:nvPr/>
        </p:nvSpPr>
        <p:spPr>
          <a:xfrm>
            <a:off x="599930" y="3520896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0"/>
          <p:cNvSpPr/>
          <p:nvPr/>
        </p:nvSpPr>
        <p:spPr>
          <a:xfrm>
            <a:off x="7273672" y="0"/>
            <a:ext cx="620011" cy="890373"/>
          </a:xfrm>
          <a:custGeom>
            <a:rect b="b" l="l" r="r" t="t"/>
            <a:pathLst>
              <a:path extrusionOk="0" h="26626" w="18541">
                <a:moveTo>
                  <a:pt x="0" y="0"/>
                </a:moveTo>
                <a:lnTo>
                  <a:pt x="0" y="26625"/>
                </a:lnTo>
                <a:lnTo>
                  <a:pt x="12624" y="26625"/>
                </a:lnTo>
                <a:cubicBezTo>
                  <a:pt x="15894" y="26625"/>
                  <a:pt x="18541" y="23966"/>
                  <a:pt x="18541" y="20708"/>
                </a:cubicBezTo>
                <a:lnTo>
                  <a:pt x="185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0" name="Google Shape;1230;p20"/>
          <p:cNvGrpSpPr/>
          <p:nvPr/>
        </p:nvGrpSpPr>
        <p:grpSpPr>
          <a:xfrm>
            <a:off x="7700108" y="985604"/>
            <a:ext cx="555940" cy="467056"/>
            <a:chOff x="1655600" y="1342675"/>
            <a:chExt cx="415625" cy="349175"/>
          </a:xfrm>
        </p:grpSpPr>
        <p:sp>
          <p:nvSpPr>
            <p:cNvPr id="1231" name="Google Shape;1231;p20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0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0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0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0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0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0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0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0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0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0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0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0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0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0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0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0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0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0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0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0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0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0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0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0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0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0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0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0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0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0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0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0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0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0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0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0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0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0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295" name="Google Shape;1295;p20"/>
          <p:cNvCxnSpPr/>
          <p:nvPr/>
        </p:nvCxnSpPr>
        <p:spPr>
          <a:xfrm>
            <a:off x="7583675" y="9450"/>
            <a:ext cx="0" cy="25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20"/>
          <p:cNvSpPr txBox="1"/>
          <p:nvPr>
            <p:ph type="title"/>
          </p:nvPr>
        </p:nvSpPr>
        <p:spPr>
          <a:xfrm>
            <a:off x="3068432" y="1025100"/>
            <a:ext cx="3597600" cy="55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7" name="Google Shape;1297;p20"/>
          <p:cNvSpPr txBox="1"/>
          <p:nvPr>
            <p:ph idx="1" type="subTitle"/>
          </p:nvPr>
        </p:nvSpPr>
        <p:spPr>
          <a:xfrm>
            <a:off x="3068441" y="1755648"/>
            <a:ext cx="3867900" cy="10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TWO_COLUMNS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1"/>
          <p:cNvSpPr/>
          <p:nvPr/>
        </p:nvSpPr>
        <p:spPr>
          <a:xfrm>
            <a:off x="948876" y="2799630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0" name="Google Shape;1300;p21"/>
          <p:cNvGrpSpPr/>
          <p:nvPr/>
        </p:nvGrpSpPr>
        <p:grpSpPr>
          <a:xfrm>
            <a:off x="7572084" y="235466"/>
            <a:ext cx="556310" cy="466597"/>
            <a:chOff x="7572084" y="235466"/>
            <a:chExt cx="556310" cy="466597"/>
          </a:xfrm>
        </p:grpSpPr>
        <p:sp>
          <p:nvSpPr>
            <p:cNvPr id="1301" name="Google Shape;1301;p21"/>
            <p:cNvSpPr/>
            <p:nvPr/>
          </p:nvSpPr>
          <p:spPr>
            <a:xfrm>
              <a:off x="7572084" y="235466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1"/>
            <p:cNvSpPr/>
            <p:nvPr/>
          </p:nvSpPr>
          <p:spPr>
            <a:xfrm>
              <a:off x="7648155" y="235466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1"/>
            <p:cNvSpPr/>
            <p:nvPr/>
          </p:nvSpPr>
          <p:spPr>
            <a:xfrm>
              <a:off x="7723859" y="235466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1"/>
            <p:cNvSpPr/>
            <p:nvPr/>
          </p:nvSpPr>
          <p:spPr>
            <a:xfrm>
              <a:off x="7799562" y="235466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1"/>
            <p:cNvSpPr/>
            <p:nvPr/>
          </p:nvSpPr>
          <p:spPr>
            <a:xfrm>
              <a:off x="7875233" y="235466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1"/>
            <p:cNvSpPr/>
            <p:nvPr/>
          </p:nvSpPr>
          <p:spPr>
            <a:xfrm>
              <a:off x="7951338" y="235466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1"/>
            <p:cNvSpPr/>
            <p:nvPr/>
          </p:nvSpPr>
          <p:spPr>
            <a:xfrm>
              <a:off x="8027041" y="235466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1"/>
            <p:cNvSpPr/>
            <p:nvPr/>
          </p:nvSpPr>
          <p:spPr>
            <a:xfrm>
              <a:off x="8102712" y="235466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1"/>
            <p:cNvSpPr/>
            <p:nvPr/>
          </p:nvSpPr>
          <p:spPr>
            <a:xfrm>
              <a:off x="7572084" y="29916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1"/>
            <p:cNvSpPr/>
            <p:nvPr/>
          </p:nvSpPr>
          <p:spPr>
            <a:xfrm>
              <a:off x="7651766" y="29916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1"/>
            <p:cNvSpPr/>
            <p:nvPr/>
          </p:nvSpPr>
          <p:spPr>
            <a:xfrm>
              <a:off x="7723859" y="29916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1"/>
            <p:cNvSpPr/>
            <p:nvPr/>
          </p:nvSpPr>
          <p:spPr>
            <a:xfrm>
              <a:off x="7803140" y="29916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>
              <a:off x="7879245" y="29916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>
              <a:off x="7951338" y="29916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>
              <a:off x="8027041" y="29916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1"/>
            <p:cNvSpPr/>
            <p:nvPr/>
          </p:nvSpPr>
          <p:spPr>
            <a:xfrm>
              <a:off x="8106724" y="29916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1"/>
            <p:cNvSpPr/>
            <p:nvPr/>
          </p:nvSpPr>
          <p:spPr>
            <a:xfrm>
              <a:off x="7572084" y="36243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56" y="1"/>
                    <a:pt x="0" y="360"/>
                    <a:pt x="216" y="564"/>
                  </a:cubicBezTo>
                  <a:cubicBezTo>
                    <a:pt x="282" y="630"/>
                    <a:pt x="363" y="659"/>
                    <a:pt x="442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1"/>
            <p:cNvSpPr/>
            <p:nvPr/>
          </p:nvSpPr>
          <p:spPr>
            <a:xfrm>
              <a:off x="7648155" y="36243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1"/>
            <p:cNvSpPr/>
            <p:nvPr/>
          </p:nvSpPr>
          <p:spPr>
            <a:xfrm>
              <a:off x="7723859" y="36243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1"/>
            <p:cNvSpPr/>
            <p:nvPr/>
          </p:nvSpPr>
          <p:spPr>
            <a:xfrm>
              <a:off x="7799562" y="36243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1"/>
            <p:cNvSpPr/>
            <p:nvPr/>
          </p:nvSpPr>
          <p:spPr>
            <a:xfrm>
              <a:off x="7875233" y="362431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56" y="1"/>
                    <a:pt x="1" y="360"/>
                    <a:pt x="216" y="564"/>
                  </a:cubicBezTo>
                  <a:cubicBezTo>
                    <a:pt x="282" y="630"/>
                    <a:pt x="363" y="659"/>
                    <a:pt x="443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7951338" y="36243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1"/>
            <p:cNvSpPr/>
            <p:nvPr/>
          </p:nvSpPr>
          <p:spPr>
            <a:xfrm>
              <a:off x="8027041" y="36243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7" y="659"/>
                    <a:pt x="758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1"/>
            <p:cNvSpPr/>
            <p:nvPr/>
          </p:nvSpPr>
          <p:spPr>
            <a:xfrm>
              <a:off x="8102712" y="362431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4" y="630"/>
                    <a:pt x="358" y="659"/>
                    <a:pt x="439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1"/>
            <p:cNvSpPr/>
            <p:nvPr/>
          </p:nvSpPr>
          <p:spPr>
            <a:xfrm>
              <a:off x="7572084" y="426130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21"/>
                    <a:pt x="363" y="652"/>
                    <a:pt x="442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1"/>
            <p:cNvSpPr/>
            <p:nvPr/>
          </p:nvSpPr>
          <p:spPr>
            <a:xfrm>
              <a:off x="7648155" y="426130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1"/>
            <p:cNvSpPr/>
            <p:nvPr/>
          </p:nvSpPr>
          <p:spPr>
            <a:xfrm>
              <a:off x="7723859" y="426130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1"/>
            <p:cNvSpPr/>
            <p:nvPr/>
          </p:nvSpPr>
          <p:spPr>
            <a:xfrm>
              <a:off x="7799562" y="426130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2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1"/>
            <p:cNvSpPr/>
            <p:nvPr/>
          </p:nvSpPr>
          <p:spPr>
            <a:xfrm>
              <a:off x="7875233" y="426130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6" y="0"/>
                    <a:pt x="1" y="347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1"/>
            <p:cNvSpPr/>
            <p:nvPr/>
          </p:nvSpPr>
          <p:spPr>
            <a:xfrm>
              <a:off x="7951338" y="426130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1"/>
            <p:cNvSpPr/>
            <p:nvPr/>
          </p:nvSpPr>
          <p:spPr>
            <a:xfrm>
              <a:off x="8027041" y="426130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8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1"/>
            <p:cNvSpPr/>
            <p:nvPr/>
          </p:nvSpPr>
          <p:spPr>
            <a:xfrm>
              <a:off x="8102712" y="426130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1"/>
            <p:cNvSpPr/>
            <p:nvPr/>
          </p:nvSpPr>
          <p:spPr>
            <a:xfrm>
              <a:off x="7572084" y="48979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1"/>
            <p:cNvSpPr/>
            <p:nvPr/>
          </p:nvSpPr>
          <p:spPr>
            <a:xfrm>
              <a:off x="7651766" y="48979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1"/>
            <p:cNvSpPr/>
            <p:nvPr/>
          </p:nvSpPr>
          <p:spPr>
            <a:xfrm>
              <a:off x="7723859" y="48979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1"/>
            <p:cNvSpPr/>
            <p:nvPr/>
          </p:nvSpPr>
          <p:spPr>
            <a:xfrm>
              <a:off x="7803140" y="48979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1"/>
            <p:cNvSpPr/>
            <p:nvPr/>
          </p:nvSpPr>
          <p:spPr>
            <a:xfrm>
              <a:off x="7879245" y="48979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>
              <a:off x="7951338" y="48979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8027041" y="48979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8106724" y="48979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>
              <a:off x="7572084" y="5534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>
              <a:off x="7648155" y="5534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7723859" y="5534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7799562" y="5534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7875233" y="5534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>
              <a:off x="7951438" y="553463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5" y="0"/>
                  </a:moveTo>
                  <a:cubicBezTo>
                    <a:pt x="136" y="0"/>
                    <a:pt x="1" y="351"/>
                    <a:pt x="201" y="552"/>
                  </a:cubicBezTo>
                  <a:cubicBezTo>
                    <a:pt x="267" y="618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1"/>
                    <a:pt x="429" y="1"/>
                  </a:cubicBezTo>
                  <a:cubicBezTo>
                    <a:pt x="424" y="1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>
              <a:off x="8027041" y="5534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8102712" y="5534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>
              <a:off x="7572084" y="61676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56" y="0"/>
                    <a:pt x="0" y="347"/>
                    <a:pt x="216" y="563"/>
                  </a:cubicBezTo>
                  <a:cubicBezTo>
                    <a:pt x="281" y="629"/>
                    <a:pt x="361" y="658"/>
                    <a:pt x="440" y="658"/>
                  </a:cubicBezTo>
                  <a:cubicBezTo>
                    <a:pt x="607" y="658"/>
                    <a:pt x="767" y="527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>
              <a:off x="7651766" y="61676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>
              <a:off x="7723859" y="61676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7803140" y="61676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24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3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1"/>
            <p:cNvSpPr/>
            <p:nvPr/>
          </p:nvSpPr>
          <p:spPr>
            <a:xfrm>
              <a:off x="7879245" y="61676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1"/>
            <p:cNvSpPr/>
            <p:nvPr/>
          </p:nvSpPr>
          <p:spPr>
            <a:xfrm>
              <a:off x="7951338" y="61676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1"/>
            <p:cNvSpPr/>
            <p:nvPr/>
          </p:nvSpPr>
          <p:spPr>
            <a:xfrm>
              <a:off x="8027041" y="61676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49" y="658"/>
                    <a:pt x="429" y="658"/>
                  </a:cubicBezTo>
                  <a:cubicBezTo>
                    <a:pt x="596" y="658"/>
                    <a:pt x="758" y="527"/>
                    <a:pt x="767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1"/>
            <p:cNvSpPr/>
            <p:nvPr/>
          </p:nvSpPr>
          <p:spPr>
            <a:xfrm>
              <a:off x="8106724" y="61676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1"/>
            <p:cNvSpPr/>
            <p:nvPr/>
          </p:nvSpPr>
          <p:spPr>
            <a:xfrm>
              <a:off x="7572084" y="680427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>
              <a:off x="7648155" y="680427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>
              <a:off x="7723859" y="68042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>
              <a:off x="7799562" y="680427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>
              <a:off x="7875233" y="680427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56" y="0"/>
                    <a:pt x="1" y="348"/>
                    <a:pt x="216" y="551"/>
                  </a:cubicBezTo>
                  <a:cubicBezTo>
                    <a:pt x="282" y="617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1"/>
            <p:cNvSpPr/>
            <p:nvPr/>
          </p:nvSpPr>
          <p:spPr>
            <a:xfrm>
              <a:off x="7951338" y="68042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1"/>
            <p:cNvSpPr/>
            <p:nvPr/>
          </p:nvSpPr>
          <p:spPr>
            <a:xfrm>
              <a:off x="8027041" y="680427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7" y="647"/>
                    <a:pt x="758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1"/>
            <p:cNvSpPr/>
            <p:nvPr/>
          </p:nvSpPr>
          <p:spPr>
            <a:xfrm>
              <a:off x="8102712" y="680427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5" name="Google Shape;1365;p21"/>
          <p:cNvSpPr/>
          <p:nvPr/>
        </p:nvSpPr>
        <p:spPr>
          <a:xfrm>
            <a:off x="8190821" y="-5"/>
            <a:ext cx="719361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21"/>
          <p:cNvSpPr/>
          <p:nvPr/>
        </p:nvSpPr>
        <p:spPr>
          <a:xfrm>
            <a:off x="6266061" y="808194"/>
            <a:ext cx="2870924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21"/>
          <p:cNvSpPr/>
          <p:nvPr/>
        </p:nvSpPr>
        <p:spPr>
          <a:xfrm>
            <a:off x="1256080" y="1499655"/>
            <a:ext cx="136201" cy="3670404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rgbClr val="E73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21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9" name="Google Shape;1369;p21"/>
          <p:cNvSpPr txBox="1"/>
          <p:nvPr>
            <p:ph idx="1" type="subTitle"/>
          </p:nvPr>
        </p:nvSpPr>
        <p:spPr>
          <a:xfrm>
            <a:off x="1618187" y="1905825"/>
            <a:ext cx="2358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0" name="Google Shape;1370;p21"/>
          <p:cNvSpPr txBox="1"/>
          <p:nvPr>
            <p:ph hasCustomPrompt="1" idx="2" type="title"/>
          </p:nvPr>
        </p:nvSpPr>
        <p:spPr>
          <a:xfrm>
            <a:off x="1313038" y="1420300"/>
            <a:ext cx="1092000" cy="4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71" name="Google Shape;1371;p21"/>
          <p:cNvSpPr txBox="1"/>
          <p:nvPr>
            <p:ph idx="3" type="subTitle"/>
          </p:nvPr>
        </p:nvSpPr>
        <p:spPr>
          <a:xfrm>
            <a:off x="2079375" y="1368598"/>
            <a:ext cx="26934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2" name="Google Shape;1372;p21"/>
          <p:cNvSpPr txBox="1"/>
          <p:nvPr>
            <p:ph idx="4" type="subTitle"/>
          </p:nvPr>
        </p:nvSpPr>
        <p:spPr>
          <a:xfrm>
            <a:off x="5479187" y="1905825"/>
            <a:ext cx="2358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3" name="Google Shape;1373;p21"/>
          <p:cNvSpPr txBox="1"/>
          <p:nvPr>
            <p:ph hasCustomPrompt="1" idx="5" type="title"/>
          </p:nvPr>
        </p:nvSpPr>
        <p:spPr>
          <a:xfrm>
            <a:off x="5174038" y="1420300"/>
            <a:ext cx="1092000" cy="4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74" name="Google Shape;1374;p21"/>
          <p:cNvSpPr txBox="1"/>
          <p:nvPr>
            <p:ph idx="6" type="subTitle"/>
          </p:nvPr>
        </p:nvSpPr>
        <p:spPr>
          <a:xfrm>
            <a:off x="5940378" y="1368595"/>
            <a:ext cx="2697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5" name="Google Shape;1375;p21"/>
          <p:cNvSpPr txBox="1"/>
          <p:nvPr>
            <p:ph idx="7" type="subTitle"/>
          </p:nvPr>
        </p:nvSpPr>
        <p:spPr>
          <a:xfrm>
            <a:off x="1618187" y="3836417"/>
            <a:ext cx="2358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6" name="Google Shape;1376;p21"/>
          <p:cNvSpPr txBox="1"/>
          <p:nvPr>
            <p:ph hasCustomPrompt="1" idx="8" type="title"/>
          </p:nvPr>
        </p:nvSpPr>
        <p:spPr>
          <a:xfrm>
            <a:off x="1313038" y="3358650"/>
            <a:ext cx="1092000" cy="4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77" name="Google Shape;1377;p21"/>
          <p:cNvSpPr txBox="1"/>
          <p:nvPr>
            <p:ph idx="9" type="subTitle"/>
          </p:nvPr>
        </p:nvSpPr>
        <p:spPr>
          <a:xfrm>
            <a:off x="2079379" y="3303402"/>
            <a:ext cx="2697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8" name="Google Shape;1378;p21"/>
          <p:cNvSpPr txBox="1"/>
          <p:nvPr>
            <p:ph idx="13" type="subTitle"/>
          </p:nvPr>
        </p:nvSpPr>
        <p:spPr>
          <a:xfrm>
            <a:off x="5479187" y="3836417"/>
            <a:ext cx="2358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9" name="Google Shape;1379;p21"/>
          <p:cNvSpPr txBox="1"/>
          <p:nvPr>
            <p:ph hasCustomPrompt="1" idx="14" type="title"/>
          </p:nvPr>
        </p:nvSpPr>
        <p:spPr>
          <a:xfrm>
            <a:off x="5174038" y="3352506"/>
            <a:ext cx="1092000" cy="40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380" name="Google Shape;1380;p21"/>
          <p:cNvSpPr txBox="1"/>
          <p:nvPr>
            <p:ph idx="15" type="subTitle"/>
          </p:nvPr>
        </p:nvSpPr>
        <p:spPr>
          <a:xfrm>
            <a:off x="5940378" y="3302221"/>
            <a:ext cx="2697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ONE_COLUMN_TEXT_1"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22"/>
          <p:cNvSpPr/>
          <p:nvPr/>
        </p:nvSpPr>
        <p:spPr>
          <a:xfrm>
            <a:off x="2104950" y="1020750"/>
            <a:ext cx="4934100" cy="412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22"/>
          <p:cNvSpPr/>
          <p:nvPr/>
        </p:nvSpPr>
        <p:spPr>
          <a:xfrm flipH="1">
            <a:off x="7046854" y="1020746"/>
            <a:ext cx="823460" cy="1680594"/>
          </a:xfrm>
          <a:custGeom>
            <a:rect b="b" l="l" r="r" t="t"/>
            <a:pathLst>
              <a:path extrusionOk="0" h="50257" w="24625">
                <a:moveTo>
                  <a:pt x="24625" y="1"/>
                </a:moveTo>
                <a:cubicBezTo>
                  <a:pt x="11055" y="372"/>
                  <a:pt x="0" y="11463"/>
                  <a:pt x="0" y="25129"/>
                </a:cubicBezTo>
                <a:cubicBezTo>
                  <a:pt x="0" y="38795"/>
                  <a:pt x="11055" y="49885"/>
                  <a:pt x="24625" y="50257"/>
                </a:cubicBezTo>
                <a:lnTo>
                  <a:pt x="24625" y="37585"/>
                </a:lnTo>
                <a:lnTo>
                  <a:pt x="20014" y="26063"/>
                </a:lnTo>
                <a:lnTo>
                  <a:pt x="24625" y="12673"/>
                </a:lnTo>
                <a:lnTo>
                  <a:pt x="246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22"/>
          <p:cNvSpPr/>
          <p:nvPr/>
        </p:nvSpPr>
        <p:spPr>
          <a:xfrm flipH="1">
            <a:off x="7046854" y="1444498"/>
            <a:ext cx="412951" cy="832689"/>
          </a:xfrm>
          <a:custGeom>
            <a:rect b="b" l="l" r="r" t="t"/>
            <a:pathLst>
              <a:path extrusionOk="0" h="24901" w="12349">
                <a:moveTo>
                  <a:pt x="12349" y="1"/>
                </a:moveTo>
                <a:cubicBezTo>
                  <a:pt x="5594" y="144"/>
                  <a:pt x="1" y="5666"/>
                  <a:pt x="1" y="12445"/>
                </a:cubicBezTo>
                <a:cubicBezTo>
                  <a:pt x="1" y="19236"/>
                  <a:pt x="5594" y="24757"/>
                  <a:pt x="12349" y="24901"/>
                </a:cubicBezTo>
                <a:lnTo>
                  <a:pt x="12349" y="1"/>
                </a:ln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2"/>
          <p:cNvSpPr/>
          <p:nvPr/>
        </p:nvSpPr>
        <p:spPr>
          <a:xfrm flipH="1">
            <a:off x="7039046" y="1851916"/>
            <a:ext cx="2164003" cy="1311316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22"/>
          <p:cNvSpPr/>
          <p:nvPr/>
        </p:nvSpPr>
        <p:spPr>
          <a:xfrm flipH="1">
            <a:off x="8464365" y="2604046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22"/>
          <p:cNvSpPr/>
          <p:nvPr/>
        </p:nvSpPr>
        <p:spPr>
          <a:xfrm>
            <a:off x="1361547" y="2472046"/>
            <a:ext cx="643252" cy="2671455"/>
          </a:xfrm>
          <a:custGeom>
            <a:rect b="b" l="l" r="r" t="t"/>
            <a:pathLst>
              <a:path extrusionOk="0" h="79888" w="19236">
                <a:moveTo>
                  <a:pt x="1" y="1"/>
                </a:moveTo>
                <a:lnTo>
                  <a:pt x="1" y="79888"/>
                </a:lnTo>
                <a:lnTo>
                  <a:pt x="19236" y="79888"/>
                </a:lnTo>
                <a:lnTo>
                  <a:pt x="192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8" name="Google Shape;1388;p22"/>
          <p:cNvGrpSpPr/>
          <p:nvPr/>
        </p:nvGrpSpPr>
        <p:grpSpPr>
          <a:xfrm>
            <a:off x="680855" y="2858436"/>
            <a:ext cx="556341" cy="466622"/>
            <a:chOff x="5590805" y="3094411"/>
            <a:chExt cx="556341" cy="466622"/>
          </a:xfrm>
        </p:grpSpPr>
        <p:sp>
          <p:nvSpPr>
            <p:cNvPr id="1389" name="Google Shape;1389;p22"/>
            <p:cNvSpPr/>
            <p:nvPr/>
          </p:nvSpPr>
          <p:spPr>
            <a:xfrm>
              <a:off x="5590805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2"/>
            <p:cNvSpPr/>
            <p:nvPr/>
          </p:nvSpPr>
          <p:spPr>
            <a:xfrm>
              <a:off x="5670493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2"/>
            <p:cNvSpPr/>
            <p:nvPr/>
          </p:nvSpPr>
          <p:spPr>
            <a:xfrm>
              <a:off x="5742589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2"/>
            <p:cNvSpPr/>
            <p:nvPr/>
          </p:nvSpPr>
          <p:spPr>
            <a:xfrm>
              <a:off x="5818297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2"/>
            <p:cNvSpPr/>
            <p:nvPr/>
          </p:nvSpPr>
          <p:spPr>
            <a:xfrm>
              <a:off x="5897985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2"/>
            <p:cNvSpPr/>
            <p:nvPr/>
          </p:nvSpPr>
          <p:spPr>
            <a:xfrm>
              <a:off x="5970082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2"/>
            <p:cNvSpPr/>
            <p:nvPr/>
          </p:nvSpPr>
          <p:spPr>
            <a:xfrm>
              <a:off x="6045790" y="30944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2"/>
            <p:cNvSpPr/>
            <p:nvPr/>
          </p:nvSpPr>
          <p:spPr>
            <a:xfrm>
              <a:off x="6125076" y="30944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2"/>
            <p:cNvSpPr/>
            <p:nvPr/>
          </p:nvSpPr>
          <p:spPr>
            <a:xfrm>
              <a:off x="5590805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2"/>
            <p:cNvSpPr/>
            <p:nvPr/>
          </p:nvSpPr>
          <p:spPr>
            <a:xfrm>
              <a:off x="5666915" y="31580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2"/>
            <p:cNvSpPr/>
            <p:nvPr/>
          </p:nvSpPr>
          <p:spPr>
            <a:xfrm>
              <a:off x="5742589" y="31580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2"/>
            <p:cNvSpPr/>
            <p:nvPr/>
          </p:nvSpPr>
          <p:spPr>
            <a:xfrm>
              <a:off x="5818297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2"/>
            <p:cNvSpPr/>
            <p:nvPr/>
          </p:nvSpPr>
          <p:spPr>
            <a:xfrm>
              <a:off x="5894006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5970082" y="31580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6045890" y="31580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2"/>
            <p:cNvSpPr/>
            <p:nvPr/>
          </p:nvSpPr>
          <p:spPr>
            <a:xfrm>
              <a:off x="6121498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22"/>
            <p:cNvSpPr/>
            <p:nvPr/>
          </p:nvSpPr>
          <p:spPr>
            <a:xfrm>
              <a:off x="5590805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2"/>
            <p:cNvSpPr/>
            <p:nvPr/>
          </p:nvSpPr>
          <p:spPr>
            <a:xfrm>
              <a:off x="5670493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2"/>
            <p:cNvSpPr/>
            <p:nvPr/>
          </p:nvSpPr>
          <p:spPr>
            <a:xfrm>
              <a:off x="5742589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2"/>
            <p:cNvSpPr/>
            <p:nvPr/>
          </p:nvSpPr>
          <p:spPr>
            <a:xfrm>
              <a:off x="5818297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2"/>
            <p:cNvSpPr/>
            <p:nvPr/>
          </p:nvSpPr>
          <p:spPr>
            <a:xfrm>
              <a:off x="5897985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2"/>
            <p:cNvSpPr/>
            <p:nvPr/>
          </p:nvSpPr>
          <p:spPr>
            <a:xfrm>
              <a:off x="5970082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2"/>
            <p:cNvSpPr/>
            <p:nvPr/>
          </p:nvSpPr>
          <p:spPr>
            <a:xfrm>
              <a:off x="6045790" y="32213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2"/>
            <p:cNvSpPr/>
            <p:nvPr/>
          </p:nvSpPr>
          <p:spPr>
            <a:xfrm>
              <a:off x="6125076" y="32213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2"/>
            <p:cNvSpPr/>
            <p:nvPr/>
          </p:nvSpPr>
          <p:spPr>
            <a:xfrm>
              <a:off x="5590805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2"/>
            <p:cNvSpPr/>
            <p:nvPr/>
          </p:nvSpPr>
          <p:spPr>
            <a:xfrm>
              <a:off x="5670493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2"/>
            <p:cNvSpPr/>
            <p:nvPr/>
          </p:nvSpPr>
          <p:spPr>
            <a:xfrm>
              <a:off x="5742589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2"/>
            <p:cNvSpPr/>
            <p:nvPr/>
          </p:nvSpPr>
          <p:spPr>
            <a:xfrm>
              <a:off x="5818297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2"/>
            <p:cNvSpPr/>
            <p:nvPr/>
          </p:nvSpPr>
          <p:spPr>
            <a:xfrm>
              <a:off x="5897985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2"/>
            <p:cNvSpPr/>
            <p:nvPr/>
          </p:nvSpPr>
          <p:spPr>
            <a:xfrm>
              <a:off x="5970082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2"/>
            <p:cNvSpPr/>
            <p:nvPr/>
          </p:nvSpPr>
          <p:spPr>
            <a:xfrm>
              <a:off x="6045790" y="32850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2"/>
            <p:cNvSpPr/>
            <p:nvPr/>
          </p:nvSpPr>
          <p:spPr>
            <a:xfrm>
              <a:off x="6125076" y="32850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2"/>
            <p:cNvSpPr/>
            <p:nvPr/>
          </p:nvSpPr>
          <p:spPr>
            <a:xfrm>
              <a:off x="5590805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2"/>
            <p:cNvSpPr/>
            <p:nvPr/>
          </p:nvSpPr>
          <p:spPr>
            <a:xfrm>
              <a:off x="5666915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2"/>
            <p:cNvSpPr/>
            <p:nvPr/>
          </p:nvSpPr>
          <p:spPr>
            <a:xfrm>
              <a:off x="5742589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2"/>
            <p:cNvSpPr/>
            <p:nvPr/>
          </p:nvSpPr>
          <p:spPr>
            <a:xfrm>
              <a:off x="5818297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2"/>
            <p:cNvSpPr/>
            <p:nvPr/>
          </p:nvSpPr>
          <p:spPr>
            <a:xfrm>
              <a:off x="5894006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2"/>
            <p:cNvSpPr/>
            <p:nvPr/>
          </p:nvSpPr>
          <p:spPr>
            <a:xfrm>
              <a:off x="5970082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2"/>
            <p:cNvSpPr/>
            <p:nvPr/>
          </p:nvSpPr>
          <p:spPr>
            <a:xfrm>
              <a:off x="6045790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2"/>
            <p:cNvSpPr/>
            <p:nvPr/>
          </p:nvSpPr>
          <p:spPr>
            <a:xfrm>
              <a:off x="6121498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22"/>
            <p:cNvSpPr/>
            <p:nvPr/>
          </p:nvSpPr>
          <p:spPr>
            <a:xfrm>
              <a:off x="5590805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22"/>
            <p:cNvSpPr/>
            <p:nvPr/>
          </p:nvSpPr>
          <p:spPr>
            <a:xfrm>
              <a:off x="5670493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2"/>
            <p:cNvSpPr/>
            <p:nvPr/>
          </p:nvSpPr>
          <p:spPr>
            <a:xfrm>
              <a:off x="5742589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2"/>
            <p:cNvSpPr/>
            <p:nvPr/>
          </p:nvSpPr>
          <p:spPr>
            <a:xfrm>
              <a:off x="5818297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2"/>
            <p:cNvSpPr/>
            <p:nvPr/>
          </p:nvSpPr>
          <p:spPr>
            <a:xfrm>
              <a:off x="5897985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2"/>
            <p:cNvSpPr/>
            <p:nvPr/>
          </p:nvSpPr>
          <p:spPr>
            <a:xfrm>
              <a:off x="5970082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22"/>
            <p:cNvSpPr/>
            <p:nvPr/>
          </p:nvSpPr>
          <p:spPr>
            <a:xfrm>
              <a:off x="6045790" y="34119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22"/>
            <p:cNvSpPr/>
            <p:nvPr/>
          </p:nvSpPr>
          <p:spPr>
            <a:xfrm>
              <a:off x="6125076" y="34119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22"/>
            <p:cNvSpPr/>
            <p:nvPr/>
          </p:nvSpPr>
          <p:spPr>
            <a:xfrm>
              <a:off x="5590805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22"/>
            <p:cNvSpPr/>
            <p:nvPr/>
          </p:nvSpPr>
          <p:spPr>
            <a:xfrm>
              <a:off x="5666915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22"/>
            <p:cNvSpPr/>
            <p:nvPr/>
          </p:nvSpPr>
          <p:spPr>
            <a:xfrm>
              <a:off x="5742589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22"/>
            <p:cNvSpPr/>
            <p:nvPr/>
          </p:nvSpPr>
          <p:spPr>
            <a:xfrm>
              <a:off x="5818297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22"/>
            <p:cNvSpPr/>
            <p:nvPr/>
          </p:nvSpPr>
          <p:spPr>
            <a:xfrm>
              <a:off x="5894006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22"/>
            <p:cNvSpPr/>
            <p:nvPr/>
          </p:nvSpPr>
          <p:spPr>
            <a:xfrm>
              <a:off x="5970082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22"/>
            <p:cNvSpPr/>
            <p:nvPr/>
          </p:nvSpPr>
          <p:spPr>
            <a:xfrm>
              <a:off x="6045790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2"/>
            <p:cNvSpPr/>
            <p:nvPr/>
          </p:nvSpPr>
          <p:spPr>
            <a:xfrm>
              <a:off x="6121498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2"/>
            <p:cNvSpPr/>
            <p:nvPr/>
          </p:nvSpPr>
          <p:spPr>
            <a:xfrm>
              <a:off x="5590805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2"/>
            <p:cNvSpPr/>
            <p:nvPr/>
          </p:nvSpPr>
          <p:spPr>
            <a:xfrm>
              <a:off x="5666915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2"/>
            <p:cNvSpPr/>
            <p:nvPr/>
          </p:nvSpPr>
          <p:spPr>
            <a:xfrm>
              <a:off x="5742589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2"/>
            <p:cNvSpPr/>
            <p:nvPr/>
          </p:nvSpPr>
          <p:spPr>
            <a:xfrm>
              <a:off x="5818297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2"/>
            <p:cNvSpPr/>
            <p:nvPr/>
          </p:nvSpPr>
          <p:spPr>
            <a:xfrm>
              <a:off x="5894006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2"/>
            <p:cNvSpPr/>
            <p:nvPr/>
          </p:nvSpPr>
          <p:spPr>
            <a:xfrm>
              <a:off x="5970082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2"/>
            <p:cNvSpPr/>
            <p:nvPr/>
          </p:nvSpPr>
          <p:spPr>
            <a:xfrm>
              <a:off x="6045790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2"/>
            <p:cNvSpPr/>
            <p:nvPr/>
          </p:nvSpPr>
          <p:spPr>
            <a:xfrm>
              <a:off x="6121498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3" name="Google Shape;1453;p22"/>
          <p:cNvSpPr/>
          <p:nvPr/>
        </p:nvSpPr>
        <p:spPr>
          <a:xfrm>
            <a:off x="-186424" y="3428881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22"/>
          <p:cNvSpPr/>
          <p:nvPr/>
        </p:nvSpPr>
        <p:spPr>
          <a:xfrm>
            <a:off x="2104918" y="1015303"/>
            <a:ext cx="33" cy="2901355"/>
          </a:xfrm>
          <a:custGeom>
            <a:rect b="b" l="l" r="r" t="t"/>
            <a:pathLst>
              <a:path extrusionOk="0" fill="none" h="86763" w="1">
                <a:moveTo>
                  <a:pt x="0" y="86762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22"/>
          <p:cNvSpPr txBox="1"/>
          <p:nvPr>
            <p:ph type="title"/>
          </p:nvPr>
        </p:nvSpPr>
        <p:spPr>
          <a:xfrm>
            <a:off x="2892000" y="3952675"/>
            <a:ext cx="28080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6" name="Google Shape;1456;p22"/>
          <p:cNvSpPr txBox="1"/>
          <p:nvPr>
            <p:ph idx="1" type="subTitle"/>
          </p:nvPr>
        </p:nvSpPr>
        <p:spPr>
          <a:xfrm>
            <a:off x="2892000" y="1555625"/>
            <a:ext cx="3360000" cy="19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 1">
  <p:cSld name="TITLE_AND_TWO_COLUMNS_2_1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8" name="Google Shape;1458;p23"/>
          <p:cNvCxnSpPr/>
          <p:nvPr/>
        </p:nvCxnSpPr>
        <p:spPr>
          <a:xfrm>
            <a:off x="4430651" y="0"/>
            <a:ext cx="0" cy="294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23"/>
          <p:cNvCxnSpPr/>
          <p:nvPr/>
        </p:nvCxnSpPr>
        <p:spPr>
          <a:xfrm>
            <a:off x="569299" y="2693025"/>
            <a:ext cx="0" cy="248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60" name="Google Shape;1460;p23"/>
          <p:cNvGrpSpPr/>
          <p:nvPr/>
        </p:nvGrpSpPr>
        <p:grpSpPr>
          <a:xfrm>
            <a:off x="4572008" y="405166"/>
            <a:ext cx="555940" cy="467056"/>
            <a:chOff x="1655600" y="1342675"/>
            <a:chExt cx="415625" cy="349175"/>
          </a:xfrm>
        </p:grpSpPr>
        <p:sp>
          <p:nvSpPr>
            <p:cNvPr id="1461" name="Google Shape;1461;p23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3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3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3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3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3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3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3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3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3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3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3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23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23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23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3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3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3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3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3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3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3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3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3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3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3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3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3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3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3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3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3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3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3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23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23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23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3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3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3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3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3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3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3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3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3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3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3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3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3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3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3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3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3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3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3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3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3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3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3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3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3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3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3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5" name="Google Shape;1525;p23"/>
          <p:cNvSpPr/>
          <p:nvPr/>
        </p:nvSpPr>
        <p:spPr>
          <a:xfrm>
            <a:off x="8775525" y="3"/>
            <a:ext cx="368475" cy="1260019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23"/>
          <p:cNvSpPr/>
          <p:nvPr/>
        </p:nvSpPr>
        <p:spPr>
          <a:xfrm>
            <a:off x="0" y="4608575"/>
            <a:ext cx="2860622" cy="259179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23"/>
          <p:cNvSpPr/>
          <p:nvPr/>
        </p:nvSpPr>
        <p:spPr>
          <a:xfrm>
            <a:off x="5416968" y="3036860"/>
            <a:ext cx="699732" cy="345669"/>
          </a:xfrm>
          <a:custGeom>
            <a:rect b="b" l="l" r="r" t="t"/>
            <a:pathLst>
              <a:path extrusionOk="0" h="10337" w="20925">
                <a:moveTo>
                  <a:pt x="1" y="0"/>
                </a:moveTo>
                <a:cubicBezTo>
                  <a:pt x="72" y="5725"/>
                  <a:pt x="4732" y="10336"/>
                  <a:pt x="10457" y="10336"/>
                </a:cubicBezTo>
                <a:cubicBezTo>
                  <a:pt x="16194" y="10336"/>
                  <a:pt x="20853" y="5725"/>
                  <a:pt x="209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23"/>
          <p:cNvSpPr/>
          <p:nvPr/>
        </p:nvSpPr>
        <p:spPr>
          <a:xfrm>
            <a:off x="5416968" y="3380891"/>
            <a:ext cx="699732" cy="345669"/>
          </a:xfrm>
          <a:custGeom>
            <a:rect b="b" l="l" r="r" t="t"/>
            <a:pathLst>
              <a:path extrusionOk="0" h="10337" w="20925">
                <a:moveTo>
                  <a:pt x="10457" y="0"/>
                </a:moveTo>
                <a:cubicBezTo>
                  <a:pt x="4732" y="0"/>
                  <a:pt x="72" y="4612"/>
                  <a:pt x="1" y="10337"/>
                </a:cubicBezTo>
                <a:lnTo>
                  <a:pt x="20925" y="10337"/>
                </a:lnTo>
                <a:cubicBezTo>
                  <a:pt x="20853" y="4612"/>
                  <a:pt x="16194" y="0"/>
                  <a:pt x="10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23"/>
          <p:cNvSpPr txBox="1"/>
          <p:nvPr>
            <p:ph type="title"/>
          </p:nvPr>
        </p:nvSpPr>
        <p:spPr>
          <a:xfrm>
            <a:off x="713225" y="448050"/>
            <a:ext cx="37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0" name="Google Shape;1530;p23"/>
          <p:cNvSpPr txBox="1"/>
          <p:nvPr>
            <p:ph idx="1" type="subTitle"/>
          </p:nvPr>
        </p:nvSpPr>
        <p:spPr>
          <a:xfrm>
            <a:off x="2396525" y="3358954"/>
            <a:ext cx="17256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1" name="Google Shape;1531;p23"/>
          <p:cNvSpPr txBox="1"/>
          <p:nvPr>
            <p:ph idx="2" type="subTitle"/>
          </p:nvPr>
        </p:nvSpPr>
        <p:spPr>
          <a:xfrm>
            <a:off x="6273700" y="1702034"/>
            <a:ext cx="1725600" cy="12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2" name="Google Shape;1532;p23"/>
          <p:cNvSpPr txBox="1"/>
          <p:nvPr>
            <p:ph idx="3" type="subTitle"/>
          </p:nvPr>
        </p:nvSpPr>
        <p:spPr>
          <a:xfrm>
            <a:off x="6273700" y="1165801"/>
            <a:ext cx="16983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33" name="Google Shape;1533;p23"/>
          <p:cNvSpPr txBox="1"/>
          <p:nvPr>
            <p:ph idx="4" type="subTitle"/>
          </p:nvPr>
        </p:nvSpPr>
        <p:spPr>
          <a:xfrm>
            <a:off x="2396525" y="2829126"/>
            <a:ext cx="16983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2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5" name="Google Shape;1535;p24"/>
          <p:cNvGrpSpPr/>
          <p:nvPr/>
        </p:nvGrpSpPr>
        <p:grpSpPr>
          <a:xfrm>
            <a:off x="624508" y="223041"/>
            <a:ext cx="555940" cy="467056"/>
            <a:chOff x="1655600" y="1342675"/>
            <a:chExt cx="415625" cy="349175"/>
          </a:xfrm>
        </p:grpSpPr>
        <p:sp>
          <p:nvSpPr>
            <p:cNvPr id="1536" name="Google Shape;1536;p24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4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4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4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4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4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4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24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24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24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24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24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24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24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24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24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24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24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24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24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24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24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24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4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4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4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4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4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4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4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4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4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4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4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4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4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4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4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4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4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4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4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4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4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4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4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4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4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4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4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4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4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24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24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24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4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4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0" name="Google Shape;1600;p24"/>
          <p:cNvSpPr/>
          <p:nvPr/>
        </p:nvSpPr>
        <p:spPr>
          <a:xfrm>
            <a:off x="0" y="-9"/>
            <a:ext cx="368475" cy="1260019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24"/>
          <p:cNvSpPr/>
          <p:nvPr/>
        </p:nvSpPr>
        <p:spPr>
          <a:xfrm>
            <a:off x="7689259" y="4331655"/>
            <a:ext cx="1454707" cy="273573"/>
          </a:xfrm>
          <a:custGeom>
            <a:rect b="b" l="l" r="r" t="t"/>
            <a:pathLst>
              <a:path extrusionOk="0" h="8181" w="43502">
                <a:moveTo>
                  <a:pt x="1" y="1"/>
                </a:moveTo>
                <a:lnTo>
                  <a:pt x="1" y="8181"/>
                </a:lnTo>
                <a:lnTo>
                  <a:pt x="43501" y="8181"/>
                </a:lnTo>
                <a:lnTo>
                  <a:pt x="43501" y="1"/>
                </a:lnTo>
                <a:close/>
              </a:path>
            </a:pathLst>
          </a:custGeom>
          <a:solidFill>
            <a:srgbClr val="E73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24"/>
          <p:cNvSpPr/>
          <p:nvPr/>
        </p:nvSpPr>
        <p:spPr>
          <a:xfrm>
            <a:off x="8416596" y="4166213"/>
            <a:ext cx="727387" cy="165428"/>
          </a:xfrm>
          <a:custGeom>
            <a:rect b="b" l="l" r="r" t="t"/>
            <a:pathLst>
              <a:path extrusionOk="0" h="4947" w="21752">
                <a:moveTo>
                  <a:pt x="1" y="0"/>
                </a:moveTo>
                <a:lnTo>
                  <a:pt x="1" y="4947"/>
                </a:lnTo>
                <a:lnTo>
                  <a:pt x="21751" y="4947"/>
                </a:lnTo>
                <a:lnTo>
                  <a:pt x="21751" y="0"/>
                </a:lnTo>
                <a:close/>
              </a:path>
            </a:pathLst>
          </a:custGeom>
          <a:solidFill>
            <a:srgbClr val="12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24"/>
          <p:cNvSpPr/>
          <p:nvPr/>
        </p:nvSpPr>
        <p:spPr>
          <a:xfrm>
            <a:off x="7807827" y="4487701"/>
            <a:ext cx="379343" cy="332360"/>
          </a:xfrm>
          <a:custGeom>
            <a:rect b="b" l="l" r="r" t="t"/>
            <a:pathLst>
              <a:path extrusionOk="0" h="9939" w="11344">
                <a:moveTo>
                  <a:pt x="5679" y="0"/>
                </a:moveTo>
                <a:cubicBezTo>
                  <a:pt x="4013" y="0"/>
                  <a:pt x="2386" y="838"/>
                  <a:pt x="1450" y="2351"/>
                </a:cubicBezTo>
                <a:cubicBezTo>
                  <a:pt x="1" y="4687"/>
                  <a:pt x="719" y="7753"/>
                  <a:pt x="3055" y="9190"/>
                </a:cubicBezTo>
                <a:cubicBezTo>
                  <a:pt x="3872" y="9697"/>
                  <a:pt x="4778" y="9939"/>
                  <a:pt x="5673" y="9939"/>
                </a:cubicBezTo>
                <a:cubicBezTo>
                  <a:pt x="7336" y="9939"/>
                  <a:pt x="8959" y="9104"/>
                  <a:pt x="9894" y="7585"/>
                </a:cubicBezTo>
                <a:cubicBezTo>
                  <a:pt x="11343" y="5250"/>
                  <a:pt x="10612" y="2183"/>
                  <a:pt x="8289" y="746"/>
                </a:cubicBezTo>
                <a:cubicBezTo>
                  <a:pt x="7474" y="241"/>
                  <a:pt x="6571" y="0"/>
                  <a:pt x="5679" y="0"/>
                </a:cubicBez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24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5" name="Google Shape;1605;p24"/>
          <p:cNvSpPr txBox="1"/>
          <p:nvPr>
            <p:ph idx="1" type="subTitle"/>
          </p:nvPr>
        </p:nvSpPr>
        <p:spPr>
          <a:xfrm>
            <a:off x="3438462" y="1653600"/>
            <a:ext cx="25341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6" name="Google Shape;1606;p24"/>
          <p:cNvSpPr txBox="1"/>
          <p:nvPr>
            <p:ph idx="2" type="subTitle"/>
          </p:nvPr>
        </p:nvSpPr>
        <p:spPr>
          <a:xfrm>
            <a:off x="3438462" y="1117500"/>
            <a:ext cx="23289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7" name="Google Shape;1607;p24"/>
          <p:cNvSpPr txBox="1"/>
          <p:nvPr>
            <p:ph idx="3" type="subTitle"/>
          </p:nvPr>
        </p:nvSpPr>
        <p:spPr>
          <a:xfrm>
            <a:off x="3438462" y="2894041"/>
            <a:ext cx="25341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8" name="Google Shape;1608;p24"/>
          <p:cNvSpPr txBox="1"/>
          <p:nvPr>
            <p:ph idx="4" type="subTitle"/>
          </p:nvPr>
        </p:nvSpPr>
        <p:spPr>
          <a:xfrm>
            <a:off x="3438462" y="2358863"/>
            <a:ext cx="23289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9" name="Google Shape;1609;p24"/>
          <p:cNvSpPr txBox="1"/>
          <p:nvPr>
            <p:ph idx="5" type="subTitle"/>
          </p:nvPr>
        </p:nvSpPr>
        <p:spPr>
          <a:xfrm>
            <a:off x="3438462" y="4138363"/>
            <a:ext cx="25341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0" name="Google Shape;1610;p24"/>
          <p:cNvSpPr txBox="1"/>
          <p:nvPr>
            <p:ph idx="6" type="subTitle"/>
          </p:nvPr>
        </p:nvSpPr>
        <p:spPr>
          <a:xfrm>
            <a:off x="3438462" y="3606985"/>
            <a:ext cx="23289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_AND_TWO_COLUMNS_1_2_1_1"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25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13" name="Google Shape;1613;p25"/>
          <p:cNvSpPr txBox="1"/>
          <p:nvPr>
            <p:ph idx="1" type="subTitle"/>
          </p:nvPr>
        </p:nvSpPr>
        <p:spPr>
          <a:xfrm>
            <a:off x="714800" y="3054096"/>
            <a:ext cx="21192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4" name="Google Shape;1614;p25"/>
          <p:cNvSpPr txBox="1"/>
          <p:nvPr>
            <p:ph idx="2" type="subTitle"/>
          </p:nvPr>
        </p:nvSpPr>
        <p:spPr>
          <a:xfrm>
            <a:off x="3517499" y="3054096"/>
            <a:ext cx="21192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5" name="Google Shape;1615;p25"/>
          <p:cNvSpPr txBox="1"/>
          <p:nvPr>
            <p:ph idx="3" type="subTitle"/>
          </p:nvPr>
        </p:nvSpPr>
        <p:spPr>
          <a:xfrm>
            <a:off x="6320177" y="3054096"/>
            <a:ext cx="21192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6" name="Google Shape;1616;p25"/>
          <p:cNvSpPr txBox="1"/>
          <p:nvPr>
            <p:ph idx="4" type="subTitle"/>
          </p:nvPr>
        </p:nvSpPr>
        <p:spPr>
          <a:xfrm>
            <a:off x="713225" y="2249424"/>
            <a:ext cx="21213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7" name="Google Shape;1617;p25"/>
          <p:cNvSpPr txBox="1"/>
          <p:nvPr>
            <p:ph idx="5" type="subTitle"/>
          </p:nvPr>
        </p:nvSpPr>
        <p:spPr>
          <a:xfrm>
            <a:off x="3515917" y="2249424"/>
            <a:ext cx="21213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8" name="Google Shape;1618;p25"/>
          <p:cNvSpPr txBox="1"/>
          <p:nvPr>
            <p:ph idx="6" type="subTitle"/>
          </p:nvPr>
        </p:nvSpPr>
        <p:spPr>
          <a:xfrm>
            <a:off x="6318608" y="2249424"/>
            <a:ext cx="21213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19" name="Google Shape;1619;p25"/>
          <p:cNvGrpSpPr/>
          <p:nvPr/>
        </p:nvGrpSpPr>
        <p:grpSpPr>
          <a:xfrm>
            <a:off x="9" y="1265026"/>
            <a:ext cx="556310" cy="466597"/>
            <a:chOff x="3682534" y="3712263"/>
            <a:chExt cx="556310" cy="466597"/>
          </a:xfrm>
        </p:grpSpPr>
        <p:sp>
          <p:nvSpPr>
            <p:cNvPr id="1620" name="Google Shape;1620;p25"/>
            <p:cNvSpPr/>
            <p:nvPr/>
          </p:nvSpPr>
          <p:spPr>
            <a:xfrm>
              <a:off x="3682534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5"/>
            <p:cNvSpPr/>
            <p:nvPr/>
          </p:nvSpPr>
          <p:spPr>
            <a:xfrm>
              <a:off x="3758605" y="37122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>
              <a:off x="3834309" y="3712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>
              <a:off x="3910012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>
              <a:off x="3985683" y="37122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>
              <a:off x="4061788" y="3712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>
              <a:off x="4137491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>
              <a:off x="4213162" y="37122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>
              <a:off x="3682534" y="377596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>
              <a:off x="3762216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>
              <a:off x="3834309" y="377596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>
              <a:off x="3913590" y="377596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>
              <a:off x="3989695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4061788" y="377596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5"/>
            <p:cNvSpPr/>
            <p:nvPr/>
          </p:nvSpPr>
          <p:spPr>
            <a:xfrm>
              <a:off x="4137491" y="377596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5"/>
            <p:cNvSpPr/>
            <p:nvPr/>
          </p:nvSpPr>
          <p:spPr>
            <a:xfrm>
              <a:off x="4217174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>
              <a:off x="3682534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56" y="1"/>
                    <a:pt x="0" y="360"/>
                    <a:pt x="216" y="564"/>
                  </a:cubicBezTo>
                  <a:cubicBezTo>
                    <a:pt x="282" y="630"/>
                    <a:pt x="363" y="659"/>
                    <a:pt x="442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3758605" y="3839228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3834309" y="3839228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>
              <a:off x="3910012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5"/>
            <p:cNvSpPr/>
            <p:nvPr/>
          </p:nvSpPr>
          <p:spPr>
            <a:xfrm>
              <a:off x="3985683" y="3839228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56" y="1"/>
                    <a:pt x="1" y="360"/>
                    <a:pt x="216" y="564"/>
                  </a:cubicBezTo>
                  <a:cubicBezTo>
                    <a:pt x="282" y="630"/>
                    <a:pt x="363" y="659"/>
                    <a:pt x="443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5"/>
            <p:cNvSpPr/>
            <p:nvPr/>
          </p:nvSpPr>
          <p:spPr>
            <a:xfrm>
              <a:off x="4061788" y="3839228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4137491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7" y="659"/>
                    <a:pt x="758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4213162" y="3839228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4" y="630"/>
                    <a:pt x="358" y="659"/>
                    <a:pt x="439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5"/>
            <p:cNvSpPr/>
            <p:nvPr/>
          </p:nvSpPr>
          <p:spPr>
            <a:xfrm>
              <a:off x="3682534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21"/>
                    <a:pt x="363" y="652"/>
                    <a:pt x="442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5"/>
            <p:cNvSpPr/>
            <p:nvPr/>
          </p:nvSpPr>
          <p:spPr>
            <a:xfrm>
              <a:off x="3758605" y="3902928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>
              <a:off x="3834309" y="3902928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3910012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2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3985683" y="3902928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6" y="0"/>
                    <a:pt x="1" y="347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25"/>
            <p:cNvSpPr/>
            <p:nvPr/>
          </p:nvSpPr>
          <p:spPr>
            <a:xfrm>
              <a:off x="4061788" y="3902928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>
              <a:off x="4137491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8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>
              <a:off x="4213162" y="3902928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3682534" y="396659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3762216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>
              <a:off x="3834309" y="396659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>
              <a:off x="3913590" y="3966594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>
              <a:off x="3989695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4061788" y="396659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4137491" y="396659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4217174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3682534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3758605" y="4030260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3834309" y="403026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3910012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3985683" y="4030260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4061888" y="4030260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5" y="0"/>
                  </a:moveTo>
                  <a:cubicBezTo>
                    <a:pt x="136" y="0"/>
                    <a:pt x="1" y="351"/>
                    <a:pt x="201" y="552"/>
                  </a:cubicBezTo>
                  <a:cubicBezTo>
                    <a:pt x="267" y="618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1"/>
                    <a:pt x="429" y="1"/>
                  </a:cubicBezTo>
                  <a:cubicBezTo>
                    <a:pt x="424" y="1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5"/>
            <p:cNvSpPr/>
            <p:nvPr/>
          </p:nvSpPr>
          <p:spPr>
            <a:xfrm>
              <a:off x="4137491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5"/>
            <p:cNvSpPr/>
            <p:nvPr/>
          </p:nvSpPr>
          <p:spPr>
            <a:xfrm>
              <a:off x="4213162" y="4030260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5"/>
            <p:cNvSpPr/>
            <p:nvPr/>
          </p:nvSpPr>
          <p:spPr>
            <a:xfrm>
              <a:off x="3682534" y="4093558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56" y="0"/>
                    <a:pt x="0" y="347"/>
                    <a:pt x="216" y="563"/>
                  </a:cubicBezTo>
                  <a:cubicBezTo>
                    <a:pt x="281" y="629"/>
                    <a:pt x="361" y="658"/>
                    <a:pt x="440" y="658"/>
                  </a:cubicBezTo>
                  <a:cubicBezTo>
                    <a:pt x="607" y="658"/>
                    <a:pt x="767" y="527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5"/>
            <p:cNvSpPr/>
            <p:nvPr/>
          </p:nvSpPr>
          <p:spPr>
            <a:xfrm>
              <a:off x="3762216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5"/>
            <p:cNvSpPr/>
            <p:nvPr/>
          </p:nvSpPr>
          <p:spPr>
            <a:xfrm>
              <a:off x="3834309" y="4093558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5"/>
            <p:cNvSpPr/>
            <p:nvPr/>
          </p:nvSpPr>
          <p:spPr>
            <a:xfrm>
              <a:off x="3913590" y="4093558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24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3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25"/>
            <p:cNvSpPr/>
            <p:nvPr/>
          </p:nvSpPr>
          <p:spPr>
            <a:xfrm>
              <a:off x="3989695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25"/>
            <p:cNvSpPr/>
            <p:nvPr/>
          </p:nvSpPr>
          <p:spPr>
            <a:xfrm>
              <a:off x="4061788" y="4093558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25"/>
            <p:cNvSpPr/>
            <p:nvPr/>
          </p:nvSpPr>
          <p:spPr>
            <a:xfrm>
              <a:off x="4137491" y="4093558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49" y="658"/>
                    <a:pt x="429" y="658"/>
                  </a:cubicBezTo>
                  <a:cubicBezTo>
                    <a:pt x="596" y="658"/>
                    <a:pt x="758" y="527"/>
                    <a:pt x="767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25"/>
            <p:cNvSpPr/>
            <p:nvPr/>
          </p:nvSpPr>
          <p:spPr>
            <a:xfrm>
              <a:off x="4217174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25"/>
            <p:cNvSpPr/>
            <p:nvPr/>
          </p:nvSpPr>
          <p:spPr>
            <a:xfrm>
              <a:off x="3682534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25"/>
            <p:cNvSpPr/>
            <p:nvPr/>
          </p:nvSpPr>
          <p:spPr>
            <a:xfrm>
              <a:off x="3758605" y="4157224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25"/>
            <p:cNvSpPr/>
            <p:nvPr/>
          </p:nvSpPr>
          <p:spPr>
            <a:xfrm>
              <a:off x="3834309" y="415722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25"/>
            <p:cNvSpPr/>
            <p:nvPr/>
          </p:nvSpPr>
          <p:spPr>
            <a:xfrm>
              <a:off x="3910012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25"/>
            <p:cNvSpPr/>
            <p:nvPr/>
          </p:nvSpPr>
          <p:spPr>
            <a:xfrm>
              <a:off x="3985683" y="415722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56" y="0"/>
                    <a:pt x="1" y="348"/>
                    <a:pt x="216" y="551"/>
                  </a:cubicBezTo>
                  <a:cubicBezTo>
                    <a:pt x="282" y="617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25"/>
            <p:cNvSpPr/>
            <p:nvPr/>
          </p:nvSpPr>
          <p:spPr>
            <a:xfrm>
              <a:off x="4061788" y="415722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25"/>
            <p:cNvSpPr/>
            <p:nvPr/>
          </p:nvSpPr>
          <p:spPr>
            <a:xfrm>
              <a:off x="4137491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7" y="647"/>
                    <a:pt x="758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25"/>
            <p:cNvSpPr/>
            <p:nvPr/>
          </p:nvSpPr>
          <p:spPr>
            <a:xfrm>
              <a:off x="4213162" y="415722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4" name="Google Shape;1684;p25"/>
          <p:cNvSpPr/>
          <p:nvPr/>
        </p:nvSpPr>
        <p:spPr>
          <a:xfrm>
            <a:off x="7689284" y="4447043"/>
            <a:ext cx="1454707" cy="273573"/>
          </a:xfrm>
          <a:custGeom>
            <a:rect b="b" l="l" r="r" t="t"/>
            <a:pathLst>
              <a:path extrusionOk="0" h="8181" w="43502">
                <a:moveTo>
                  <a:pt x="1" y="1"/>
                </a:moveTo>
                <a:lnTo>
                  <a:pt x="1" y="8181"/>
                </a:lnTo>
                <a:lnTo>
                  <a:pt x="43501" y="8181"/>
                </a:lnTo>
                <a:lnTo>
                  <a:pt x="435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25"/>
          <p:cNvSpPr/>
          <p:nvPr/>
        </p:nvSpPr>
        <p:spPr>
          <a:xfrm>
            <a:off x="8416596" y="4281650"/>
            <a:ext cx="727387" cy="165428"/>
          </a:xfrm>
          <a:custGeom>
            <a:rect b="b" l="l" r="r" t="t"/>
            <a:pathLst>
              <a:path extrusionOk="0" h="4947" w="21752">
                <a:moveTo>
                  <a:pt x="1" y="0"/>
                </a:moveTo>
                <a:lnTo>
                  <a:pt x="1" y="4947"/>
                </a:lnTo>
                <a:lnTo>
                  <a:pt x="21751" y="4947"/>
                </a:lnTo>
                <a:lnTo>
                  <a:pt x="2175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25"/>
          <p:cNvSpPr/>
          <p:nvPr/>
        </p:nvSpPr>
        <p:spPr>
          <a:xfrm>
            <a:off x="7807827" y="4603139"/>
            <a:ext cx="379343" cy="332360"/>
          </a:xfrm>
          <a:custGeom>
            <a:rect b="b" l="l" r="r" t="t"/>
            <a:pathLst>
              <a:path extrusionOk="0" h="9939" w="11344">
                <a:moveTo>
                  <a:pt x="5679" y="0"/>
                </a:moveTo>
                <a:cubicBezTo>
                  <a:pt x="4013" y="0"/>
                  <a:pt x="2386" y="838"/>
                  <a:pt x="1450" y="2351"/>
                </a:cubicBezTo>
                <a:cubicBezTo>
                  <a:pt x="1" y="4687"/>
                  <a:pt x="719" y="7753"/>
                  <a:pt x="3055" y="9190"/>
                </a:cubicBezTo>
                <a:cubicBezTo>
                  <a:pt x="3872" y="9697"/>
                  <a:pt x="4778" y="9939"/>
                  <a:pt x="5673" y="9939"/>
                </a:cubicBezTo>
                <a:cubicBezTo>
                  <a:pt x="7336" y="9939"/>
                  <a:pt x="8959" y="9104"/>
                  <a:pt x="9894" y="7585"/>
                </a:cubicBezTo>
                <a:cubicBezTo>
                  <a:pt x="11343" y="5250"/>
                  <a:pt x="10612" y="2183"/>
                  <a:pt x="8289" y="746"/>
                </a:cubicBezTo>
                <a:cubicBezTo>
                  <a:pt x="7474" y="241"/>
                  <a:pt x="6571" y="0"/>
                  <a:pt x="567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TITLE_AND_TWO_COLUMNS_1_2_1_1_1"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26"/>
          <p:cNvSpPr txBox="1"/>
          <p:nvPr>
            <p:ph type="title"/>
          </p:nvPr>
        </p:nvSpPr>
        <p:spPr>
          <a:xfrm>
            <a:off x="706625" y="445050"/>
            <a:ext cx="585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9" name="Google Shape;1689;p26"/>
          <p:cNvSpPr txBox="1"/>
          <p:nvPr>
            <p:ph idx="1" type="subTitle"/>
          </p:nvPr>
        </p:nvSpPr>
        <p:spPr>
          <a:xfrm>
            <a:off x="707675" y="3250155"/>
            <a:ext cx="23361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0" name="Google Shape;1690;p26"/>
          <p:cNvSpPr txBox="1"/>
          <p:nvPr>
            <p:ph idx="2" type="subTitle"/>
          </p:nvPr>
        </p:nvSpPr>
        <p:spPr>
          <a:xfrm>
            <a:off x="3403950" y="3250155"/>
            <a:ext cx="23361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1" name="Google Shape;1691;p26"/>
          <p:cNvSpPr txBox="1"/>
          <p:nvPr>
            <p:ph idx="3" type="subTitle"/>
          </p:nvPr>
        </p:nvSpPr>
        <p:spPr>
          <a:xfrm>
            <a:off x="6101275" y="3250155"/>
            <a:ext cx="23361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2" name="Google Shape;1692;p26"/>
          <p:cNvSpPr txBox="1"/>
          <p:nvPr>
            <p:ph idx="4" type="subTitle"/>
          </p:nvPr>
        </p:nvSpPr>
        <p:spPr>
          <a:xfrm>
            <a:off x="709925" y="2711200"/>
            <a:ext cx="2331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3" name="Google Shape;1693;p26"/>
          <p:cNvSpPr txBox="1"/>
          <p:nvPr>
            <p:ph idx="5" type="subTitle"/>
          </p:nvPr>
        </p:nvSpPr>
        <p:spPr>
          <a:xfrm>
            <a:off x="3406200" y="2711200"/>
            <a:ext cx="2331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4" name="Google Shape;1694;p26"/>
          <p:cNvSpPr txBox="1"/>
          <p:nvPr>
            <p:ph idx="6" type="subTitle"/>
          </p:nvPr>
        </p:nvSpPr>
        <p:spPr>
          <a:xfrm>
            <a:off x="6103525" y="2711200"/>
            <a:ext cx="23316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95" name="Google Shape;1695;p26"/>
          <p:cNvCxnSpPr/>
          <p:nvPr/>
        </p:nvCxnSpPr>
        <p:spPr>
          <a:xfrm>
            <a:off x="8570950" y="0"/>
            <a:ext cx="0" cy="166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6" name="Google Shape;1696;p26"/>
          <p:cNvSpPr/>
          <p:nvPr/>
        </p:nvSpPr>
        <p:spPr>
          <a:xfrm>
            <a:off x="8403715" y="1391578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7" name="Google Shape;1697;p26"/>
          <p:cNvGrpSpPr/>
          <p:nvPr/>
        </p:nvGrpSpPr>
        <p:grpSpPr>
          <a:xfrm>
            <a:off x="7912658" y="-9"/>
            <a:ext cx="555940" cy="467056"/>
            <a:chOff x="1655600" y="1342675"/>
            <a:chExt cx="415625" cy="349175"/>
          </a:xfrm>
        </p:grpSpPr>
        <p:sp>
          <p:nvSpPr>
            <p:cNvPr id="1698" name="Google Shape;1698;p26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26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26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6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6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6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6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6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6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6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6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6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6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6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6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6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6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6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6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6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6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6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6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6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6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6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6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6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6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6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6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6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6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6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6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6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6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6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6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6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6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6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6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6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6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6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6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6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6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6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6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6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6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6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6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6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6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6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6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2" name="Google Shape;1762;p26"/>
          <p:cNvSpPr/>
          <p:nvPr/>
        </p:nvSpPr>
        <p:spPr>
          <a:xfrm>
            <a:off x="6852626" y="677006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26"/>
          <p:cNvSpPr/>
          <p:nvPr/>
        </p:nvSpPr>
        <p:spPr>
          <a:xfrm rot="5400000">
            <a:off x="580899" y="4194150"/>
            <a:ext cx="368466" cy="1530255"/>
          </a:xfrm>
          <a:custGeom>
            <a:rect b="b" l="l" r="r" t="t"/>
            <a:pathLst>
              <a:path extrusionOk="0" h="79888" w="19236">
                <a:moveTo>
                  <a:pt x="1" y="1"/>
                </a:moveTo>
                <a:lnTo>
                  <a:pt x="1" y="79888"/>
                </a:lnTo>
                <a:lnTo>
                  <a:pt x="19236" y="79888"/>
                </a:lnTo>
                <a:lnTo>
                  <a:pt x="192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TITLE_AND_TWO_COLUMNS_1_2_1_1_1_1"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27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6" name="Google Shape;1766;p27"/>
          <p:cNvSpPr txBox="1"/>
          <p:nvPr>
            <p:ph idx="1" type="subTitle"/>
          </p:nvPr>
        </p:nvSpPr>
        <p:spPr>
          <a:xfrm>
            <a:off x="635375" y="2515094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7" name="Google Shape;1767;p27"/>
          <p:cNvSpPr txBox="1"/>
          <p:nvPr>
            <p:ph idx="2" type="subTitle"/>
          </p:nvPr>
        </p:nvSpPr>
        <p:spPr>
          <a:xfrm>
            <a:off x="3277700" y="3005493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8" name="Google Shape;1768;p27"/>
          <p:cNvSpPr txBox="1"/>
          <p:nvPr>
            <p:ph idx="3" type="subTitle"/>
          </p:nvPr>
        </p:nvSpPr>
        <p:spPr>
          <a:xfrm>
            <a:off x="5997316" y="3487467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69" name="Google Shape;1769;p27"/>
          <p:cNvSpPr txBox="1"/>
          <p:nvPr>
            <p:ph idx="4" type="subTitle"/>
          </p:nvPr>
        </p:nvSpPr>
        <p:spPr>
          <a:xfrm>
            <a:off x="635375" y="1978925"/>
            <a:ext cx="18954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0" name="Google Shape;1770;p27"/>
          <p:cNvSpPr txBox="1"/>
          <p:nvPr>
            <p:ph idx="5" type="subTitle"/>
          </p:nvPr>
        </p:nvSpPr>
        <p:spPr>
          <a:xfrm>
            <a:off x="3277700" y="2474077"/>
            <a:ext cx="18954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1" name="Google Shape;1771;p27"/>
          <p:cNvSpPr txBox="1"/>
          <p:nvPr>
            <p:ph idx="6" type="subTitle"/>
          </p:nvPr>
        </p:nvSpPr>
        <p:spPr>
          <a:xfrm>
            <a:off x="5997316" y="2956051"/>
            <a:ext cx="18954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2" name="Google Shape;1772;p27"/>
          <p:cNvSpPr/>
          <p:nvPr/>
        </p:nvSpPr>
        <p:spPr>
          <a:xfrm>
            <a:off x="3040652" y="4412747"/>
            <a:ext cx="403755" cy="375030"/>
          </a:xfrm>
          <a:custGeom>
            <a:rect b="b" l="l" r="r" t="t"/>
            <a:pathLst>
              <a:path extrusionOk="0" h="11215" w="12074">
                <a:moveTo>
                  <a:pt x="6019" y="1"/>
                </a:moveTo>
                <a:cubicBezTo>
                  <a:pt x="3324" y="1"/>
                  <a:pt x="945" y="1954"/>
                  <a:pt x="504" y="4711"/>
                </a:cubicBezTo>
                <a:cubicBezTo>
                  <a:pt x="1" y="7765"/>
                  <a:pt x="2085" y="10652"/>
                  <a:pt x="5139" y="11143"/>
                </a:cubicBezTo>
                <a:cubicBezTo>
                  <a:pt x="5441" y="11191"/>
                  <a:pt x="5741" y="11215"/>
                  <a:pt x="6037" y="11215"/>
                </a:cubicBezTo>
                <a:cubicBezTo>
                  <a:pt x="8740" y="11215"/>
                  <a:pt x="11128" y="9260"/>
                  <a:pt x="11571" y="6508"/>
                </a:cubicBezTo>
                <a:cubicBezTo>
                  <a:pt x="12074" y="3453"/>
                  <a:pt x="9990" y="567"/>
                  <a:pt x="6936" y="76"/>
                </a:cubicBezTo>
                <a:cubicBezTo>
                  <a:pt x="6628" y="25"/>
                  <a:pt x="6322" y="1"/>
                  <a:pt x="60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7"/>
          <p:cNvSpPr/>
          <p:nvPr/>
        </p:nvSpPr>
        <p:spPr>
          <a:xfrm>
            <a:off x="2899670" y="4257453"/>
            <a:ext cx="685721" cy="685319"/>
          </a:xfrm>
          <a:custGeom>
            <a:rect b="b" l="l" r="r" t="t"/>
            <a:pathLst>
              <a:path extrusionOk="0" fill="none" h="20494" w="20506">
                <a:moveTo>
                  <a:pt x="16853" y="3642"/>
                </a:moveTo>
                <a:cubicBezTo>
                  <a:pt x="20506" y="7295"/>
                  <a:pt x="20506" y="13200"/>
                  <a:pt x="16853" y="16853"/>
                </a:cubicBezTo>
                <a:cubicBezTo>
                  <a:pt x="13200" y="20494"/>
                  <a:pt x="7295" y="20494"/>
                  <a:pt x="3642" y="16853"/>
                </a:cubicBezTo>
                <a:cubicBezTo>
                  <a:pt x="1" y="13200"/>
                  <a:pt x="1" y="7295"/>
                  <a:pt x="3642" y="3642"/>
                </a:cubicBezTo>
                <a:cubicBezTo>
                  <a:pt x="7295" y="1"/>
                  <a:pt x="13200" y="1"/>
                  <a:pt x="16853" y="3642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7"/>
          <p:cNvSpPr/>
          <p:nvPr/>
        </p:nvSpPr>
        <p:spPr>
          <a:xfrm>
            <a:off x="245375" y="3726550"/>
            <a:ext cx="368475" cy="1416956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5" name="Google Shape;1775;p27"/>
          <p:cNvCxnSpPr/>
          <p:nvPr/>
        </p:nvCxnSpPr>
        <p:spPr>
          <a:xfrm>
            <a:off x="613850" y="2183150"/>
            <a:ext cx="0" cy="2960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27"/>
          <p:cNvCxnSpPr/>
          <p:nvPr/>
        </p:nvCxnSpPr>
        <p:spPr>
          <a:xfrm>
            <a:off x="3242525" y="2693025"/>
            <a:ext cx="0" cy="247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27"/>
          <p:cNvCxnSpPr/>
          <p:nvPr/>
        </p:nvCxnSpPr>
        <p:spPr>
          <a:xfrm>
            <a:off x="5975175" y="3173225"/>
            <a:ext cx="0" cy="201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8" name="Google Shape;1778;p27"/>
          <p:cNvSpPr/>
          <p:nvPr/>
        </p:nvSpPr>
        <p:spPr>
          <a:xfrm>
            <a:off x="5749076" y="4608581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9" name="Google Shape;1779;p27"/>
          <p:cNvGrpSpPr/>
          <p:nvPr/>
        </p:nvGrpSpPr>
        <p:grpSpPr>
          <a:xfrm>
            <a:off x="151664" y="117121"/>
            <a:ext cx="555909" cy="466998"/>
            <a:chOff x="2288402" y="2491171"/>
            <a:chExt cx="555909" cy="466998"/>
          </a:xfrm>
        </p:grpSpPr>
        <p:sp>
          <p:nvSpPr>
            <p:cNvPr id="1780" name="Google Shape;1780;p27"/>
            <p:cNvSpPr/>
            <p:nvPr/>
          </p:nvSpPr>
          <p:spPr>
            <a:xfrm>
              <a:off x="2288402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7"/>
            <p:cNvSpPr/>
            <p:nvPr/>
          </p:nvSpPr>
          <p:spPr>
            <a:xfrm>
              <a:off x="2368118" y="2491171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7"/>
            <p:cNvSpPr/>
            <p:nvPr/>
          </p:nvSpPr>
          <p:spPr>
            <a:xfrm>
              <a:off x="2443788" y="2491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7"/>
            <p:cNvSpPr/>
            <p:nvPr/>
          </p:nvSpPr>
          <p:spPr>
            <a:xfrm>
              <a:off x="2515881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7"/>
            <p:cNvSpPr/>
            <p:nvPr/>
          </p:nvSpPr>
          <p:spPr>
            <a:xfrm>
              <a:off x="2591585" y="2491171"/>
              <a:ext cx="25648" cy="21970"/>
            </a:xfrm>
            <a:custGeom>
              <a:rect b="b" l="l" r="r" t="t"/>
              <a:pathLst>
                <a:path extrusionOk="0" h="657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68" y="628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7"/>
            <p:cNvSpPr/>
            <p:nvPr/>
          </p:nvSpPr>
          <p:spPr>
            <a:xfrm>
              <a:off x="2670866" y="2491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7"/>
            <p:cNvSpPr/>
            <p:nvPr/>
          </p:nvSpPr>
          <p:spPr>
            <a:xfrm>
              <a:off x="2743360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7"/>
            <p:cNvSpPr/>
            <p:nvPr/>
          </p:nvSpPr>
          <p:spPr>
            <a:xfrm>
              <a:off x="2819063" y="249117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7"/>
            <p:cNvSpPr/>
            <p:nvPr/>
          </p:nvSpPr>
          <p:spPr>
            <a:xfrm>
              <a:off x="2288402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7"/>
            <p:cNvSpPr/>
            <p:nvPr/>
          </p:nvSpPr>
          <p:spPr>
            <a:xfrm>
              <a:off x="2364106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7"/>
            <p:cNvSpPr/>
            <p:nvPr/>
          </p:nvSpPr>
          <p:spPr>
            <a:xfrm>
              <a:off x="2440211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7"/>
            <p:cNvSpPr/>
            <p:nvPr/>
          </p:nvSpPr>
          <p:spPr>
            <a:xfrm>
              <a:off x="2515881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7"/>
            <p:cNvSpPr/>
            <p:nvPr/>
          </p:nvSpPr>
          <p:spPr>
            <a:xfrm>
              <a:off x="2591585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59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7"/>
            <p:cNvSpPr/>
            <p:nvPr/>
          </p:nvSpPr>
          <p:spPr>
            <a:xfrm>
              <a:off x="2667288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27"/>
            <p:cNvSpPr/>
            <p:nvPr/>
          </p:nvSpPr>
          <p:spPr>
            <a:xfrm>
              <a:off x="2743360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27"/>
            <p:cNvSpPr/>
            <p:nvPr/>
          </p:nvSpPr>
          <p:spPr>
            <a:xfrm>
              <a:off x="2819063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27"/>
            <p:cNvSpPr/>
            <p:nvPr/>
          </p:nvSpPr>
          <p:spPr>
            <a:xfrm>
              <a:off x="2288402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27"/>
            <p:cNvSpPr/>
            <p:nvPr/>
          </p:nvSpPr>
          <p:spPr>
            <a:xfrm>
              <a:off x="2368118" y="261853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27"/>
            <p:cNvSpPr/>
            <p:nvPr/>
          </p:nvSpPr>
          <p:spPr>
            <a:xfrm>
              <a:off x="2443788" y="261853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27"/>
            <p:cNvSpPr/>
            <p:nvPr/>
          </p:nvSpPr>
          <p:spPr>
            <a:xfrm>
              <a:off x="2515881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27"/>
            <p:cNvSpPr/>
            <p:nvPr/>
          </p:nvSpPr>
          <p:spPr>
            <a:xfrm>
              <a:off x="2591585" y="261853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7"/>
            <p:cNvSpPr/>
            <p:nvPr/>
          </p:nvSpPr>
          <p:spPr>
            <a:xfrm>
              <a:off x="2670866" y="261853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7"/>
            <p:cNvSpPr/>
            <p:nvPr/>
          </p:nvSpPr>
          <p:spPr>
            <a:xfrm>
              <a:off x="2743360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7"/>
            <p:cNvSpPr/>
            <p:nvPr/>
          </p:nvSpPr>
          <p:spPr>
            <a:xfrm>
              <a:off x="2819063" y="261853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7"/>
            <p:cNvSpPr/>
            <p:nvPr/>
          </p:nvSpPr>
          <p:spPr>
            <a:xfrm>
              <a:off x="2288402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7"/>
            <p:cNvSpPr/>
            <p:nvPr/>
          </p:nvSpPr>
          <p:spPr>
            <a:xfrm>
              <a:off x="2368118" y="2681801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4" y="1"/>
                  </a:moveTo>
                  <a:cubicBezTo>
                    <a:pt x="144" y="1"/>
                    <a:pt x="0" y="157"/>
                    <a:pt x="0" y="324"/>
                  </a:cubicBezTo>
                  <a:cubicBezTo>
                    <a:pt x="0" y="504"/>
                    <a:pt x="144" y="660"/>
                    <a:pt x="324" y="660"/>
                  </a:cubicBezTo>
                  <a:cubicBezTo>
                    <a:pt x="503" y="660"/>
                    <a:pt x="647" y="504"/>
                    <a:pt x="647" y="324"/>
                  </a:cubicBezTo>
                  <a:cubicBezTo>
                    <a:pt x="647" y="157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7"/>
            <p:cNvSpPr/>
            <p:nvPr/>
          </p:nvSpPr>
          <p:spPr>
            <a:xfrm>
              <a:off x="2443788" y="2681801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5" y="1"/>
                    <a:pt x="1" y="157"/>
                    <a:pt x="1" y="324"/>
                  </a:cubicBezTo>
                  <a:cubicBezTo>
                    <a:pt x="1" y="504"/>
                    <a:pt x="145" y="660"/>
                    <a:pt x="324" y="660"/>
                  </a:cubicBezTo>
                  <a:cubicBezTo>
                    <a:pt x="504" y="660"/>
                    <a:pt x="648" y="504"/>
                    <a:pt x="648" y="324"/>
                  </a:cubicBezTo>
                  <a:cubicBezTo>
                    <a:pt x="648" y="157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7"/>
            <p:cNvSpPr/>
            <p:nvPr/>
          </p:nvSpPr>
          <p:spPr>
            <a:xfrm>
              <a:off x="2515881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7"/>
            <p:cNvSpPr/>
            <p:nvPr/>
          </p:nvSpPr>
          <p:spPr>
            <a:xfrm>
              <a:off x="2591585" y="268180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7" y="659"/>
                    <a:pt x="759" y="531"/>
                    <a:pt x="767" y="336"/>
                  </a:cubicBezTo>
                  <a:cubicBezTo>
                    <a:pt x="767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7"/>
            <p:cNvSpPr/>
            <p:nvPr/>
          </p:nvSpPr>
          <p:spPr>
            <a:xfrm>
              <a:off x="2670866" y="2681801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36" y="1"/>
                  </a:moveTo>
                  <a:cubicBezTo>
                    <a:pt x="157" y="1"/>
                    <a:pt x="1" y="157"/>
                    <a:pt x="1" y="324"/>
                  </a:cubicBezTo>
                  <a:cubicBezTo>
                    <a:pt x="1" y="504"/>
                    <a:pt x="157" y="660"/>
                    <a:pt x="336" y="660"/>
                  </a:cubicBezTo>
                  <a:cubicBezTo>
                    <a:pt x="516" y="660"/>
                    <a:pt x="660" y="504"/>
                    <a:pt x="660" y="324"/>
                  </a:cubicBezTo>
                  <a:cubicBezTo>
                    <a:pt x="660" y="15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7"/>
            <p:cNvSpPr/>
            <p:nvPr/>
          </p:nvSpPr>
          <p:spPr>
            <a:xfrm>
              <a:off x="2743360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7"/>
            <p:cNvSpPr/>
            <p:nvPr/>
          </p:nvSpPr>
          <p:spPr>
            <a:xfrm>
              <a:off x="2819063" y="268180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7"/>
            <p:cNvSpPr/>
            <p:nvPr/>
          </p:nvSpPr>
          <p:spPr>
            <a:xfrm>
              <a:off x="2288402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7"/>
            <p:cNvSpPr/>
            <p:nvPr/>
          </p:nvSpPr>
          <p:spPr>
            <a:xfrm>
              <a:off x="2364106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7"/>
            <p:cNvSpPr/>
            <p:nvPr/>
          </p:nvSpPr>
          <p:spPr>
            <a:xfrm>
              <a:off x="2440211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7"/>
            <p:cNvSpPr/>
            <p:nvPr/>
          </p:nvSpPr>
          <p:spPr>
            <a:xfrm>
              <a:off x="2515881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7"/>
            <p:cNvSpPr/>
            <p:nvPr/>
          </p:nvSpPr>
          <p:spPr>
            <a:xfrm>
              <a:off x="2591585" y="2745501"/>
              <a:ext cx="25648" cy="21769"/>
            </a:xfrm>
            <a:custGeom>
              <a:rect b="b" l="l" r="r" t="t"/>
              <a:pathLst>
                <a:path extrusionOk="0" h="651" w="767">
                  <a:moveTo>
                    <a:pt x="432" y="0"/>
                  </a:moveTo>
                  <a:cubicBezTo>
                    <a:pt x="144" y="0"/>
                    <a:pt x="0" y="360"/>
                    <a:pt x="204" y="563"/>
                  </a:cubicBezTo>
                  <a:cubicBezTo>
                    <a:pt x="268" y="623"/>
                    <a:pt x="346" y="650"/>
                    <a:pt x="423" y="650"/>
                  </a:cubicBezTo>
                  <a:cubicBezTo>
                    <a:pt x="593" y="650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7"/>
            <p:cNvSpPr/>
            <p:nvPr/>
          </p:nvSpPr>
          <p:spPr>
            <a:xfrm>
              <a:off x="2667288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7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7"/>
            <p:cNvSpPr/>
            <p:nvPr/>
          </p:nvSpPr>
          <p:spPr>
            <a:xfrm>
              <a:off x="2743360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7"/>
            <p:cNvSpPr/>
            <p:nvPr/>
          </p:nvSpPr>
          <p:spPr>
            <a:xfrm>
              <a:off x="2819063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7"/>
            <p:cNvSpPr/>
            <p:nvPr/>
          </p:nvSpPr>
          <p:spPr>
            <a:xfrm>
              <a:off x="2288536" y="2809167"/>
              <a:ext cx="25548" cy="21636"/>
            </a:xfrm>
            <a:custGeom>
              <a:rect b="b" l="l" r="r" t="t"/>
              <a:pathLst>
                <a:path extrusionOk="0" h="647" w="764">
                  <a:moveTo>
                    <a:pt x="413" y="0"/>
                  </a:moveTo>
                  <a:cubicBezTo>
                    <a:pt x="136" y="0"/>
                    <a:pt x="0" y="340"/>
                    <a:pt x="200" y="552"/>
                  </a:cubicBezTo>
                  <a:cubicBezTo>
                    <a:pt x="266" y="617"/>
                    <a:pt x="347" y="647"/>
                    <a:pt x="427" y="647"/>
                  </a:cubicBezTo>
                  <a:cubicBezTo>
                    <a:pt x="592" y="647"/>
                    <a:pt x="751" y="518"/>
                    <a:pt x="751" y="324"/>
                  </a:cubicBezTo>
                  <a:cubicBezTo>
                    <a:pt x="763" y="144"/>
                    <a:pt x="608" y="1"/>
                    <a:pt x="428" y="1"/>
                  </a:cubicBezTo>
                  <a:cubicBezTo>
                    <a:pt x="423" y="0"/>
                    <a:pt x="418" y="0"/>
                    <a:pt x="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7"/>
            <p:cNvSpPr/>
            <p:nvPr/>
          </p:nvSpPr>
          <p:spPr>
            <a:xfrm>
              <a:off x="2368118" y="2809167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7"/>
            <p:cNvSpPr/>
            <p:nvPr/>
          </p:nvSpPr>
          <p:spPr>
            <a:xfrm>
              <a:off x="2443788" y="2809167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7"/>
            <p:cNvSpPr/>
            <p:nvPr/>
          </p:nvSpPr>
          <p:spPr>
            <a:xfrm>
              <a:off x="2515881" y="2809134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1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7"/>
            <p:cNvSpPr/>
            <p:nvPr/>
          </p:nvSpPr>
          <p:spPr>
            <a:xfrm>
              <a:off x="2591585" y="2809134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0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7" y="648"/>
                    <a:pt x="759" y="519"/>
                    <a:pt x="767" y="325"/>
                  </a:cubicBezTo>
                  <a:cubicBezTo>
                    <a:pt x="767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7"/>
            <p:cNvSpPr/>
            <p:nvPr/>
          </p:nvSpPr>
          <p:spPr>
            <a:xfrm>
              <a:off x="2670866" y="2809167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7"/>
            <p:cNvSpPr/>
            <p:nvPr/>
          </p:nvSpPr>
          <p:spPr>
            <a:xfrm>
              <a:off x="2743360" y="2809167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7"/>
            <p:cNvSpPr/>
            <p:nvPr/>
          </p:nvSpPr>
          <p:spPr>
            <a:xfrm>
              <a:off x="2819063" y="280916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7"/>
            <p:cNvSpPr/>
            <p:nvPr/>
          </p:nvSpPr>
          <p:spPr>
            <a:xfrm>
              <a:off x="2288536" y="2872833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4" y="1"/>
                  </a:moveTo>
                  <a:cubicBezTo>
                    <a:pt x="136" y="1"/>
                    <a:pt x="0" y="352"/>
                    <a:pt x="200" y="552"/>
                  </a:cubicBezTo>
                  <a:cubicBezTo>
                    <a:pt x="266" y="618"/>
                    <a:pt x="347" y="647"/>
                    <a:pt x="427" y="647"/>
                  </a:cubicBezTo>
                  <a:cubicBezTo>
                    <a:pt x="592" y="647"/>
                    <a:pt x="751" y="519"/>
                    <a:pt x="751" y="324"/>
                  </a:cubicBezTo>
                  <a:cubicBezTo>
                    <a:pt x="751" y="145"/>
                    <a:pt x="608" y="1"/>
                    <a:pt x="428" y="1"/>
                  </a:cubicBezTo>
                  <a:cubicBezTo>
                    <a:pt x="423" y="1"/>
                    <a:pt x="419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7"/>
            <p:cNvSpPr/>
            <p:nvPr/>
          </p:nvSpPr>
          <p:spPr>
            <a:xfrm>
              <a:off x="2368118" y="2872833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5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5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7"/>
            <p:cNvSpPr/>
            <p:nvPr/>
          </p:nvSpPr>
          <p:spPr>
            <a:xfrm>
              <a:off x="2443788" y="287283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7"/>
            <p:cNvSpPr/>
            <p:nvPr/>
          </p:nvSpPr>
          <p:spPr>
            <a:xfrm>
              <a:off x="2515881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7"/>
            <p:cNvSpPr/>
            <p:nvPr/>
          </p:nvSpPr>
          <p:spPr>
            <a:xfrm>
              <a:off x="2591585" y="287283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2" y="0"/>
                  </a:moveTo>
                  <a:cubicBezTo>
                    <a:pt x="446" y="0"/>
                    <a:pt x="439" y="0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7" y="647"/>
                    <a:pt x="759" y="519"/>
                    <a:pt x="767" y="324"/>
                  </a:cubicBezTo>
                  <a:cubicBezTo>
                    <a:pt x="767" y="140"/>
                    <a:pt x="623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7"/>
            <p:cNvSpPr/>
            <p:nvPr/>
          </p:nvSpPr>
          <p:spPr>
            <a:xfrm>
              <a:off x="2670866" y="287283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7"/>
            <p:cNvSpPr/>
            <p:nvPr/>
          </p:nvSpPr>
          <p:spPr>
            <a:xfrm>
              <a:off x="2743360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7"/>
            <p:cNvSpPr/>
            <p:nvPr/>
          </p:nvSpPr>
          <p:spPr>
            <a:xfrm>
              <a:off x="2819063" y="287283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7"/>
            <p:cNvSpPr/>
            <p:nvPr/>
          </p:nvSpPr>
          <p:spPr>
            <a:xfrm>
              <a:off x="2288402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7"/>
            <p:cNvSpPr/>
            <p:nvPr/>
          </p:nvSpPr>
          <p:spPr>
            <a:xfrm>
              <a:off x="2364106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7"/>
            <p:cNvSpPr/>
            <p:nvPr/>
          </p:nvSpPr>
          <p:spPr>
            <a:xfrm>
              <a:off x="2440211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49" y="658"/>
                    <a:pt x="428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7"/>
            <p:cNvSpPr/>
            <p:nvPr/>
          </p:nvSpPr>
          <p:spPr>
            <a:xfrm>
              <a:off x="2515881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7"/>
            <p:cNvSpPr/>
            <p:nvPr/>
          </p:nvSpPr>
          <p:spPr>
            <a:xfrm>
              <a:off x="2591585" y="2936131"/>
              <a:ext cx="25648" cy="21937"/>
            </a:xfrm>
            <a:custGeom>
              <a:rect b="b" l="l" r="r" t="t"/>
              <a:pathLst>
                <a:path extrusionOk="0" h="656" w="767">
                  <a:moveTo>
                    <a:pt x="432" y="0"/>
                  </a:moveTo>
                  <a:cubicBezTo>
                    <a:pt x="144" y="12"/>
                    <a:pt x="0" y="360"/>
                    <a:pt x="204" y="563"/>
                  </a:cubicBezTo>
                  <a:cubicBezTo>
                    <a:pt x="268" y="627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7"/>
            <p:cNvSpPr/>
            <p:nvPr/>
          </p:nvSpPr>
          <p:spPr>
            <a:xfrm>
              <a:off x="2667288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7"/>
            <p:cNvSpPr/>
            <p:nvPr/>
          </p:nvSpPr>
          <p:spPr>
            <a:xfrm>
              <a:off x="2743360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7"/>
            <p:cNvSpPr/>
            <p:nvPr/>
          </p:nvSpPr>
          <p:spPr>
            <a:xfrm>
              <a:off x="2819063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4" name="Google Shape;1844;p27"/>
          <p:cNvGrpSpPr/>
          <p:nvPr/>
        </p:nvGrpSpPr>
        <p:grpSpPr>
          <a:xfrm>
            <a:off x="706614" y="4141929"/>
            <a:ext cx="555934" cy="466650"/>
            <a:chOff x="4723089" y="2279829"/>
            <a:chExt cx="555934" cy="466650"/>
          </a:xfrm>
        </p:grpSpPr>
        <p:sp>
          <p:nvSpPr>
            <p:cNvPr id="1845" name="Google Shape;1845;p27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7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7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7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7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7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7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7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7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7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7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7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7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7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7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7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7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7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7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7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7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7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7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7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7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7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7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7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7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7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7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7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7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7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7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7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7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7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7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7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7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7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7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7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7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7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7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7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7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7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7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7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7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7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7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7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7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7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7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7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7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7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9" name="Google Shape;1909;p27"/>
          <p:cNvGrpSpPr/>
          <p:nvPr/>
        </p:nvGrpSpPr>
        <p:grpSpPr>
          <a:xfrm>
            <a:off x="8333415" y="39646"/>
            <a:ext cx="823460" cy="1680594"/>
            <a:chOff x="8333415" y="39646"/>
            <a:chExt cx="823460" cy="1680594"/>
          </a:xfrm>
        </p:grpSpPr>
        <p:sp>
          <p:nvSpPr>
            <p:cNvPr id="1910" name="Google Shape;1910;p27"/>
            <p:cNvSpPr/>
            <p:nvPr/>
          </p:nvSpPr>
          <p:spPr>
            <a:xfrm>
              <a:off x="8333415" y="39646"/>
              <a:ext cx="823460" cy="1680594"/>
            </a:xfrm>
            <a:custGeom>
              <a:rect b="b" l="l" r="r" t="t"/>
              <a:pathLst>
                <a:path extrusionOk="0" h="50257" w="24625">
                  <a:moveTo>
                    <a:pt x="24625" y="1"/>
                  </a:moveTo>
                  <a:cubicBezTo>
                    <a:pt x="11055" y="372"/>
                    <a:pt x="0" y="11463"/>
                    <a:pt x="0" y="25129"/>
                  </a:cubicBezTo>
                  <a:cubicBezTo>
                    <a:pt x="0" y="38795"/>
                    <a:pt x="11055" y="49885"/>
                    <a:pt x="24625" y="50257"/>
                  </a:cubicBezTo>
                  <a:lnTo>
                    <a:pt x="24625" y="37585"/>
                  </a:lnTo>
                  <a:lnTo>
                    <a:pt x="20014" y="26063"/>
                  </a:lnTo>
                  <a:lnTo>
                    <a:pt x="24625" y="12673"/>
                  </a:lnTo>
                  <a:lnTo>
                    <a:pt x="2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7"/>
            <p:cNvSpPr/>
            <p:nvPr/>
          </p:nvSpPr>
          <p:spPr>
            <a:xfrm>
              <a:off x="8743924" y="463398"/>
              <a:ext cx="412951" cy="832689"/>
            </a:xfrm>
            <a:custGeom>
              <a:rect b="b" l="l" r="r" t="t"/>
              <a:pathLst>
                <a:path extrusionOk="0" h="24901" w="12349">
                  <a:moveTo>
                    <a:pt x="12349" y="1"/>
                  </a:moveTo>
                  <a:cubicBezTo>
                    <a:pt x="5594" y="144"/>
                    <a:pt x="1" y="5666"/>
                    <a:pt x="1" y="12445"/>
                  </a:cubicBezTo>
                  <a:cubicBezTo>
                    <a:pt x="1" y="19236"/>
                    <a:pt x="5594" y="24757"/>
                    <a:pt x="12349" y="24901"/>
                  </a:cubicBezTo>
                  <a:lnTo>
                    <a:pt x="123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TITLE_AND_TWO_COLUMNS_1_2_1_1_1_1_1"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28"/>
          <p:cNvSpPr/>
          <p:nvPr/>
        </p:nvSpPr>
        <p:spPr>
          <a:xfrm>
            <a:off x="3823600" y="539500"/>
            <a:ext cx="46164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28"/>
          <p:cNvSpPr/>
          <p:nvPr/>
        </p:nvSpPr>
        <p:spPr>
          <a:xfrm flipH="1">
            <a:off x="3098145" y="-5575"/>
            <a:ext cx="725463" cy="890373"/>
          </a:xfrm>
          <a:custGeom>
            <a:rect b="b" l="l" r="r" t="t"/>
            <a:pathLst>
              <a:path extrusionOk="0" h="26626" w="18541">
                <a:moveTo>
                  <a:pt x="0" y="0"/>
                </a:moveTo>
                <a:lnTo>
                  <a:pt x="0" y="26625"/>
                </a:lnTo>
                <a:lnTo>
                  <a:pt x="12624" y="26625"/>
                </a:lnTo>
                <a:cubicBezTo>
                  <a:pt x="15894" y="26625"/>
                  <a:pt x="18541" y="23966"/>
                  <a:pt x="18541" y="20708"/>
                </a:cubicBezTo>
                <a:lnTo>
                  <a:pt x="1854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28"/>
          <p:cNvSpPr/>
          <p:nvPr/>
        </p:nvSpPr>
        <p:spPr>
          <a:xfrm>
            <a:off x="8439896" y="3066100"/>
            <a:ext cx="250673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6" name="Google Shape;1916;p28"/>
          <p:cNvGrpSpPr/>
          <p:nvPr/>
        </p:nvGrpSpPr>
        <p:grpSpPr>
          <a:xfrm flipH="1">
            <a:off x="2654397" y="3030886"/>
            <a:ext cx="556341" cy="466622"/>
            <a:chOff x="5590805" y="3094411"/>
            <a:chExt cx="556341" cy="466622"/>
          </a:xfrm>
        </p:grpSpPr>
        <p:sp>
          <p:nvSpPr>
            <p:cNvPr id="1917" name="Google Shape;1917;p28"/>
            <p:cNvSpPr/>
            <p:nvPr/>
          </p:nvSpPr>
          <p:spPr>
            <a:xfrm>
              <a:off x="5590805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8"/>
            <p:cNvSpPr/>
            <p:nvPr/>
          </p:nvSpPr>
          <p:spPr>
            <a:xfrm>
              <a:off x="5670493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8"/>
            <p:cNvSpPr/>
            <p:nvPr/>
          </p:nvSpPr>
          <p:spPr>
            <a:xfrm>
              <a:off x="5742589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28"/>
            <p:cNvSpPr/>
            <p:nvPr/>
          </p:nvSpPr>
          <p:spPr>
            <a:xfrm>
              <a:off x="5818297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28"/>
            <p:cNvSpPr/>
            <p:nvPr/>
          </p:nvSpPr>
          <p:spPr>
            <a:xfrm>
              <a:off x="5897985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28"/>
            <p:cNvSpPr/>
            <p:nvPr/>
          </p:nvSpPr>
          <p:spPr>
            <a:xfrm>
              <a:off x="5970082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28"/>
            <p:cNvSpPr/>
            <p:nvPr/>
          </p:nvSpPr>
          <p:spPr>
            <a:xfrm>
              <a:off x="6045790" y="30944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28"/>
            <p:cNvSpPr/>
            <p:nvPr/>
          </p:nvSpPr>
          <p:spPr>
            <a:xfrm>
              <a:off x="6125076" y="30944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28"/>
            <p:cNvSpPr/>
            <p:nvPr/>
          </p:nvSpPr>
          <p:spPr>
            <a:xfrm>
              <a:off x="5590805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28"/>
            <p:cNvSpPr/>
            <p:nvPr/>
          </p:nvSpPr>
          <p:spPr>
            <a:xfrm>
              <a:off x="5666915" y="31580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28"/>
            <p:cNvSpPr/>
            <p:nvPr/>
          </p:nvSpPr>
          <p:spPr>
            <a:xfrm>
              <a:off x="5742589" y="31580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28"/>
            <p:cNvSpPr/>
            <p:nvPr/>
          </p:nvSpPr>
          <p:spPr>
            <a:xfrm>
              <a:off x="5818297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28"/>
            <p:cNvSpPr/>
            <p:nvPr/>
          </p:nvSpPr>
          <p:spPr>
            <a:xfrm>
              <a:off x="5894006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28"/>
            <p:cNvSpPr/>
            <p:nvPr/>
          </p:nvSpPr>
          <p:spPr>
            <a:xfrm>
              <a:off x="5970082" y="31580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8"/>
            <p:cNvSpPr/>
            <p:nvPr/>
          </p:nvSpPr>
          <p:spPr>
            <a:xfrm>
              <a:off x="6045890" y="31580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8"/>
            <p:cNvSpPr/>
            <p:nvPr/>
          </p:nvSpPr>
          <p:spPr>
            <a:xfrm>
              <a:off x="6121498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8"/>
            <p:cNvSpPr/>
            <p:nvPr/>
          </p:nvSpPr>
          <p:spPr>
            <a:xfrm>
              <a:off x="5590805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8"/>
            <p:cNvSpPr/>
            <p:nvPr/>
          </p:nvSpPr>
          <p:spPr>
            <a:xfrm>
              <a:off x="5670493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8"/>
            <p:cNvSpPr/>
            <p:nvPr/>
          </p:nvSpPr>
          <p:spPr>
            <a:xfrm>
              <a:off x="5742589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8"/>
            <p:cNvSpPr/>
            <p:nvPr/>
          </p:nvSpPr>
          <p:spPr>
            <a:xfrm>
              <a:off x="5818297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8"/>
            <p:cNvSpPr/>
            <p:nvPr/>
          </p:nvSpPr>
          <p:spPr>
            <a:xfrm>
              <a:off x="5897985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8"/>
            <p:cNvSpPr/>
            <p:nvPr/>
          </p:nvSpPr>
          <p:spPr>
            <a:xfrm>
              <a:off x="5970082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8"/>
            <p:cNvSpPr/>
            <p:nvPr/>
          </p:nvSpPr>
          <p:spPr>
            <a:xfrm>
              <a:off x="6045790" y="32213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8"/>
            <p:cNvSpPr/>
            <p:nvPr/>
          </p:nvSpPr>
          <p:spPr>
            <a:xfrm>
              <a:off x="6125076" y="32213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8"/>
            <p:cNvSpPr/>
            <p:nvPr/>
          </p:nvSpPr>
          <p:spPr>
            <a:xfrm>
              <a:off x="5590805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8"/>
            <p:cNvSpPr/>
            <p:nvPr/>
          </p:nvSpPr>
          <p:spPr>
            <a:xfrm>
              <a:off x="5670493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8"/>
            <p:cNvSpPr/>
            <p:nvPr/>
          </p:nvSpPr>
          <p:spPr>
            <a:xfrm>
              <a:off x="5742589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8"/>
            <p:cNvSpPr/>
            <p:nvPr/>
          </p:nvSpPr>
          <p:spPr>
            <a:xfrm>
              <a:off x="5818297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8"/>
            <p:cNvSpPr/>
            <p:nvPr/>
          </p:nvSpPr>
          <p:spPr>
            <a:xfrm>
              <a:off x="5897985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8"/>
            <p:cNvSpPr/>
            <p:nvPr/>
          </p:nvSpPr>
          <p:spPr>
            <a:xfrm>
              <a:off x="5970082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8"/>
            <p:cNvSpPr/>
            <p:nvPr/>
          </p:nvSpPr>
          <p:spPr>
            <a:xfrm>
              <a:off x="6045790" y="32850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8"/>
            <p:cNvSpPr/>
            <p:nvPr/>
          </p:nvSpPr>
          <p:spPr>
            <a:xfrm>
              <a:off x="6125076" y="32850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8"/>
            <p:cNvSpPr/>
            <p:nvPr/>
          </p:nvSpPr>
          <p:spPr>
            <a:xfrm>
              <a:off x="5590805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8"/>
            <p:cNvSpPr/>
            <p:nvPr/>
          </p:nvSpPr>
          <p:spPr>
            <a:xfrm>
              <a:off x="5666915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8"/>
            <p:cNvSpPr/>
            <p:nvPr/>
          </p:nvSpPr>
          <p:spPr>
            <a:xfrm>
              <a:off x="5742589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8"/>
            <p:cNvSpPr/>
            <p:nvPr/>
          </p:nvSpPr>
          <p:spPr>
            <a:xfrm>
              <a:off x="5818297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8"/>
            <p:cNvSpPr/>
            <p:nvPr/>
          </p:nvSpPr>
          <p:spPr>
            <a:xfrm>
              <a:off x="5894006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8"/>
            <p:cNvSpPr/>
            <p:nvPr/>
          </p:nvSpPr>
          <p:spPr>
            <a:xfrm>
              <a:off x="5970082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8"/>
            <p:cNvSpPr/>
            <p:nvPr/>
          </p:nvSpPr>
          <p:spPr>
            <a:xfrm>
              <a:off x="6045790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8"/>
            <p:cNvSpPr/>
            <p:nvPr/>
          </p:nvSpPr>
          <p:spPr>
            <a:xfrm>
              <a:off x="6121498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8"/>
            <p:cNvSpPr/>
            <p:nvPr/>
          </p:nvSpPr>
          <p:spPr>
            <a:xfrm>
              <a:off x="5590805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8"/>
            <p:cNvSpPr/>
            <p:nvPr/>
          </p:nvSpPr>
          <p:spPr>
            <a:xfrm>
              <a:off x="5670493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8"/>
            <p:cNvSpPr/>
            <p:nvPr/>
          </p:nvSpPr>
          <p:spPr>
            <a:xfrm>
              <a:off x="5742589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8"/>
            <p:cNvSpPr/>
            <p:nvPr/>
          </p:nvSpPr>
          <p:spPr>
            <a:xfrm>
              <a:off x="5818297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8"/>
            <p:cNvSpPr/>
            <p:nvPr/>
          </p:nvSpPr>
          <p:spPr>
            <a:xfrm>
              <a:off x="5897985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8"/>
            <p:cNvSpPr/>
            <p:nvPr/>
          </p:nvSpPr>
          <p:spPr>
            <a:xfrm>
              <a:off x="5970082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8"/>
            <p:cNvSpPr/>
            <p:nvPr/>
          </p:nvSpPr>
          <p:spPr>
            <a:xfrm>
              <a:off x="6045790" y="34119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8"/>
            <p:cNvSpPr/>
            <p:nvPr/>
          </p:nvSpPr>
          <p:spPr>
            <a:xfrm>
              <a:off x="6125076" y="34119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8"/>
            <p:cNvSpPr/>
            <p:nvPr/>
          </p:nvSpPr>
          <p:spPr>
            <a:xfrm>
              <a:off x="5590805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8"/>
            <p:cNvSpPr/>
            <p:nvPr/>
          </p:nvSpPr>
          <p:spPr>
            <a:xfrm>
              <a:off x="5666915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8"/>
            <p:cNvSpPr/>
            <p:nvPr/>
          </p:nvSpPr>
          <p:spPr>
            <a:xfrm>
              <a:off x="5742589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8"/>
            <p:cNvSpPr/>
            <p:nvPr/>
          </p:nvSpPr>
          <p:spPr>
            <a:xfrm>
              <a:off x="5818297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8"/>
            <p:cNvSpPr/>
            <p:nvPr/>
          </p:nvSpPr>
          <p:spPr>
            <a:xfrm>
              <a:off x="5894006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8"/>
            <p:cNvSpPr/>
            <p:nvPr/>
          </p:nvSpPr>
          <p:spPr>
            <a:xfrm>
              <a:off x="5970082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8"/>
            <p:cNvSpPr/>
            <p:nvPr/>
          </p:nvSpPr>
          <p:spPr>
            <a:xfrm>
              <a:off x="6045790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8"/>
            <p:cNvSpPr/>
            <p:nvPr/>
          </p:nvSpPr>
          <p:spPr>
            <a:xfrm>
              <a:off x="6121498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8"/>
            <p:cNvSpPr/>
            <p:nvPr/>
          </p:nvSpPr>
          <p:spPr>
            <a:xfrm>
              <a:off x="5590805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8"/>
            <p:cNvSpPr/>
            <p:nvPr/>
          </p:nvSpPr>
          <p:spPr>
            <a:xfrm>
              <a:off x="5666915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8"/>
            <p:cNvSpPr/>
            <p:nvPr/>
          </p:nvSpPr>
          <p:spPr>
            <a:xfrm>
              <a:off x="5742589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8"/>
            <p:cNvSpPr/>
            <p:nvPr/>
          </p:nvSpPr>
          <p:spPr>
            <a:xfrm>
              <a:off x="5818297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8"/>
            <p:cNvSpPr/>
            <p:nvPr/>
          </p:nvSpPr>
          <p:spPr>
            <a:xfrm>
              <a:off x="5894006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8"/>
            <p:cNvSpPr/>
            <p:nvPr/>
          </p:nvSpPr>
          <p:spPr>
            <a:xfrm>
              <a:off x="5970082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8"/>
            <p:cNvSpPr/>
            <p:nvPr/>
          </p:nvSpPr>
          <p:spPr>
            <a:xfrm>
              <a:off x="6045790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8"/>
            <p:cNvSpPr/>
            <p:nvPr/>
          </p:nvSpPr>
          <p:spPr>
            <a:xfrm>
              <a:off x="6121498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81" name="Google Shape;1981;p28"/>
          <p:cNvCxnSpPr/>
          <p:nvPr/>
        </p:nvCxnSpPr>
        <p:spPr>
          <a:xfrm>
            <a:off x="8439906" y="1766450"/>
            <a:ext cx="0" cy="33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2" name="Google Shape;1982;p28"/>
          <p:cNvSpPr/>
          <p:nvPr/>
        </p:nvSpPr>
        <p:spPr>
          <a:xfrm>
            <a:off x="3221198" y="2205912"/>
            <a:ext cx="403755" cy="375030"/>
          </a:xfrm>
          <a:custGeom>
            <a:rect b="b" l="l" r="r" t="t"/>
            <a:pathLst>
              <a:path extrusionOk="0" h="11215" w="12074">
                <a:moveTo>
                  <a:pt x="6019" y="1"/>
                </a:moveTo>
                <a:cubicBezTo>
                  <a:pt x="3324" y="1"/>
                  <a:pt x="945" y="1954"/>
                  <a:pt x="504" y="4711"/>
                </a:cubicBezTo>
                <a:cubicBezTo>
                  <a:pt x="1" y="7765"/>
                  <a:pt x="2085" y="10652"/>
                  <a:pt x="5139" y="11143"/>
                </a:cubicBezTo>
                <a:cubicBezTo>
                  <a:pt x="5441" y="11191"/>
                  <a:pt x="5741" y="11215"/>
                  <a:pt x="6037" y="11215"/>
                </a:cubicBezTo>
                <a:cubicBezTo>
                  <a:pt x="8740" y="11215"/>
                  <a:pt x="11128" y="9260"/>
                  <a:pt x="11571" y="6508"/>
                </a:cubicBezTo>
                <a:cubicBezTo>
                  <a:pt x="12074" y="3453"/>
                  <a:pt x="9990" y="567"/>
                  <a:pt x="6936" y="76"/>
                </a:cubicBezTo>
                <a:cubicBezTo>
                  <a:pt x="6628" y="25"/>
                  <a:pt x="6322" y="1"/>
                  <a:pt x="60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28"/>
          <p:cNvSpPr/>
          <p:nvPr/>
        </p:nvSpPr>
        <p:spPr>
          <a:xfrm>
            <a:off x="1596255" y="2868083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28"/>
          <p:cNvSpPr/>
          <p:nvPr/>
        </p:nvSpPr>
        <p:spPr>
          <a:xfrm>
            <a:off x="1659606" y="2153729"/>
            <a:ext cx="2164003" cy="1311316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28"/>
          <p:cNvSpPr/>
          <p:nvPr/>
        </p:nvSpPr>
        <p:spPr>
          <a:xfrm>
            <a:off x="3423073" y="-5184"/>
            <a:ext cx="33" cy="2395107"/>
          </a:xfrm>
          <a:custGeom>
            <a:rect b="b" l="l" r="r" t="t"/>
            <a:pathLst>
              <a:path extrusionOk="0" fill="none" h="71624" w="1">
                <a:moveTo>
                  <a:pt x="0" y="71624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28"/>
          <p:cNvSpPr txBox="1"/>
          <p:nvPr>
            <p:ph type="title"/>
          </p:nvPr>
        </p:nvSpPr>
        <p:spPr>
          <a:xfrm>
            <a:off x="713225" y="445025"/>
            <a:ext cx="238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7" name="Google Shape;1987;p28"/>
          <p:cNvSpPr txBox="1"/>
          <p:nvPr>
            <p:ph idx="1" type="subTitle"/>
          </p:nvPr>
        </p:nvSpPr>
        <p:spPr>
          <a:xfrm>
            <a:off x="5200425" y="1128460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88" name="Google Shape;1988;p28"/>
          <p:cNvSpPr txBox="1"/>
          <p:nvPr>
            <p:ph idx="2" type="subTitle"/>
          </p:nvPr>
        </p:nvSpPr>
        <p:spPr>
          <a:xfrm>
            <a:off x="5200425" y="3851020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89" name="Google Shape;1989;p28"/>
          <p:cNvSpPr txBox="1"/>
          <p:nvPr>
            <p:ph idx="3" type="subTitle"/>
          </p:nvPr>
        </p:nvSpPr>
        <p:spPr>
          <a:xfrm>
            <a:off x="5200425" y="2485583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0" name="Google Shape;1990;p28"/>
          <p:cNvSpPr txBox="1"/>
          <p:nvPr>
            <p:ph idx="4" type="subTitle"/>
          </p:nvPr>
        </p:nvSpPr>
        <p:spPr>
          <a:xfrm>
            <a:off x="5200425" y="593943"/>
            <a:ext cx="18954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1" name="Google Shape;1991;p28"/>
          <p:cNvSpPr txBox="1"/>
          <p:nvPr>
            <p:ph idx="5" type="subTitle"/>
          </p:nvPr>
        </p:nvSpPr>
        <p:spPr>
          <a:xfrm>
            <a:off x="5200425" y="3316503"/>
            <a:ext cx="18954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2" name="Google Shape;1992;p28"/>
          <p:cNvSpPr txBox="1"/>
          <p:nvPr>
            <p:ph idx="6" type="subTitle"/>
          </p:nvPr>
        </p:nvSpPr>
        <p:spPr>
          <a:xfrm>
            <a:off x="5200425" y="1951066"/>
            <a:ext cx="1895400" cy="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TITLE_AND_TWO_COLUMNS_2_1"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29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5" name="Google Shape;1995;p29"/>
          <p:cNvSpPr txBox="1"/>
          <p:nvPr>
            <p:ph idx="1" type="subTitle"/>
          </p:nvPr>
        </p:nvSpPr>
        <p:spPr>
          <a:xfrm>
            <a:off x="814975" y="3050611"/>
            <a:ext cx="17256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6" name="Google Shape;1996;p29"/>
          <p:cNvSpPr txBox="1"/>
          <p:nvPr>
            <p:ph idx="2" type="subTitle"/>
          </p:nvPr>
        </p:nvSpPr>
        <p:spPr>
          <a:xfrm>
            <a:off x="2748900" y="3050611"/>
            <a:ext cx="17256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7" name="Google Shape;1997;p29"/>
          <p:cNvSpPr txBox="1"/>
          <p:nvPr>
            <p:ph idx="3" type="subTitle"/>
          </p:nvPr>
        </p:nvSpPr>
        <p:spPr>
          <a:xfrm>
            <a:off x="4682825" y="3050611"/>
            <a:ext cx="17256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8" name="Google Shape;1998;p29"/>
          <p:cNvSpPr txBox="1"/>
          <p:nvPr>
            <p:ph idx="4" type="subTitle"/>
          </p:nvPr>
        </p:nvSpPr>
        <p:spPr>
          <a:xfrm>
            <a:off x="6616750" y="3050611"/>
            <a:ext cx="1725600" cy="8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9" name="Google Shape;1999;p29"/>
          <p:cNvSpPr txBox="1"/>
          <p:nvPr>
            <p:ph idx="5" type="subTitle"/>
          </p:nvPr>
        </p:nvSpPr>
        <p:spPr>
          <a:xfrm>
            <a:off x="814975" y="2249424"/>
            <a:ext cx="17283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00" name="Google Shape;2000;p29"/>
          <p:cNvSpPr txBox="1"/>
          <p:nvPr>
            <p:ph idx="6" type="subTitle"/>
          </p:nvPr>
        </p:nvSpPr>
        <p:spPr>
          <a:xfrm>
            <a:off x="2748900" y="2249424"/>
            <a:ext cx="17283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01" name="Google Shape;2001;p29"/>
          <p:cNvSpPr txBox="1"/>
          <p:nvPr>
            <p:ph idx="7" type="subTitle"/>
          </p:nvPr>
        </p:nvSpPr>
        <p:spPr>
          <a:xfrm>
            <a:off x="4682825" y="2249424"/>
            <a:ext cx="17283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02" name="Google Shape;2002;p29"/>
          <p:cNvSpPr txBox="1"/>
          <p:nvPr>
            <p:ph idx="8" type="subTitle"/>
          </p:nvPr>
        </p:nvSpPr>
        <p:spPr>
          <a:xfrm>
            <a:off x="6616750" y="2249424"/>
            <a:ext cx="1728300" cy="4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03" name="Google Shape;2003;p29"/>
          <p:cNvSpPr/>
          <p:nvPr/>
        </p:nvSpPr>
        <p:spPr>
          <a:xfrm>
            <a:off x="8439434" y="0"/>
            <a:ext cx="33" cy="1623713"/>
          </a:xfrm>
          <a:custGeom>
            <a:rect b="b" l="l" r="r" t="t"/>
            <a:pathLst>
              <a:path extrusionOk="0" fill="none" h="48556" w="1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29"/>
          <p:cNvSpPr/>
          <p:nvPr/>
        </p:nvSpPr>
        <p:spPr>
          <a:xfrm>
            <a:off x="8272665" y="1564803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5" name="Google Shape;2005;p29"/>
          <p:cNvGrpSpPr/>
          <p:nvPr/>
        </p:nvGrpSpPr>
        <p:grpSpPr>
          <a:xfrm>
            <a:off x="7786403" y="173216"/>
            <a:ext cx="555940" cy="467056"/>
            <a:chOff x="1655600" y="1342675"/>
            <a:chExt cx="415625" cy="349175"/>
          </a:xfrm>
        </p:grpSpPr>
        <p:sp>
          <p:nvSpPr>
            <p:cNvPr id="2006" name="Google Shape;2006;p29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9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9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9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9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9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9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29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29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9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9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9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9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9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9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9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9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9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9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9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9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9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9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9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9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9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9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9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9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9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9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9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9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9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9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9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9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9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9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9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9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9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9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9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9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9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9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9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9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9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9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9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9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9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9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9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9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9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9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9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0" name="Google Shape;2070;p29"/>
          <p:cNvSpPr/>
          <p:nvPr/>
        </p:nvSpPr>
        <p:spPr>
          <a:xfrm rot="10800000">
            <a:off x="-7" y="4049128"/>
            <a:ext cx="699732" cy="1073391"/>
          </a:xfrm>
          <a:custGeom>
            <a:rect b="b" l="l" r="r" t="t"/>
            <a:pathLst>
              <a:path extrusionOk="0" h="32099" w="20925">
                <a:moveTo>
                  <a:pt x="1869" y="0"/>
                </a:moveTo>
                <a:cubicBezTo>
                  <a:pt x="671" y="2647"/>
                  <a:pt x="1" y="7881"/>
                  <a:pt x="1" y="10971"/>
                </a:cubicBezTo>
                <a:cubicBezTo>
                  <a:pt x="1" y="22553"/>
                  <a:pt x="9331" y="31979"/>
                  <a:pt x="20925" y="32099"/>
                </a:cubicBezTo>
                <a:lnTo>
                  <a:pt x="209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29"/>
          <p:cNvSpPr/>
          <p:nvPr/>
        </p:nvSpPr>
        <p:spPr>
          <a:xfrm>
            <a:off x="6852626" y="867306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2" name="Google Shape;2072;p29"/>
          <p:cNvGrpSpPr/>
          <p:nvPr/>
        </p:nvGrpSpPr>
        <p:grpSpPr>
          <a:xfrm>
            <a:off x="8439434" y="4548263"/>
            <a:ext cx="556310" cy="466597"/>
            <a:chOff x="3682534" y="3712263"/>
            <a:chExt cx="556310" cy="466597"/>
          </a:xfrm>
        </p:grpSpPr>
        <p:sp>
          <p:nvSpPr>
            <p:cNvPr id="2073" name="Google Shape;2073;p29"/>
            <p:cNvSpPr/>
            <p:nvPr/>
          </p:nvSpPr>
          <p:spPr>
            <a:xfrm>
              <a:off x="3682534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9"/>
            <p:cNvSpPr/>
            <p:nvPr/>
          </p:nvSpPr>
          <p:spPr>
            <a:xfrm>
              <a:off x="3758605" y="37122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9"/>
            <p:cNvSpPr/>
            <p:nvPr/>
          </p:nvSpPr>
          <p:spPr>
            <a:xfrm>
              <a:off x="3834309" y="3712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9"/>
            <p:cNvSpPr/>
            <p:nvPr/>
          </p:nvSpPr>
          <p:spPr>
            <a:xfrm>
              <a:off x="3910012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9"/>
            <p:cNvSpPr/>
            <p:nvPr/>
          </p:nvSpPr>
          <p:spPr>
            <a:xfrm>
              <a:off x="3985683" y="37122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9"/>
            <p:cNvSpPr/>
            <p:nvPr/>
          </p:nvSpPr>
          <p:spPr>
            <a:xfrm>
              <a:off x="4061788" y="3712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9"/>
            <p:cNvSpPr/>
            <p:nvPr/>
          </p:nvSpPr>
          <p:spPr>
            <a:xfrm>
              <a:off x="4137491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9"/>
            <p:cNvSpPr/>
            <p:nvPr/>
          </p:nvSpPr>
          <p:spPr>
            <a:xfrm>
              <a:off x="4213162" y="37122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9"/>
            <p:cNvSpPr/>
            <p:nvPr/>
          </p:nvSpPr>
          <p:spPr>
            <a:xfrm>
              <a:off x="3682534" y="377596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9"/>
            <p:cNvSpPr/>
            <p:nvPr/>
          </p:nvSpPr>
          <p:spPr>
            <a:xfrm>
              <a:off x="3762216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9"/>
            <p:cNvSpPr/>
            <p:nvPr/>
          </p:nvSpPr>
          <p:spPr>
            <a:xfrm>
              <a:off x="3834309" y="377596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9"/>
            <p:cNvSpPr/>
            <p:nvPr/>
          </p:nvSpPr>
          <p:spPr>
            <a:xfrm>
              <a:off x="3913590" y="377596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9"/>
            <p:cNvSpPr/>
            <p:nvPr/>
          </p:nvSpPr>
          <p:spPr>
            <a:xfrm>
              <a:off x="3989695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9"/>
            <p:cNvSpPr/>
            <p:nvPr/>
          </p:nvSpPr>
          <p:spPr>
            <a:xfrm>
              <a:off x="4061788" y="377596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9"/>
            <p:cNvSpPr/>
            <p:nvPr/>
          </p:nvSpPr>
          <p:spPr>
            <a:xfrm>
              <a:off x="4137491" y="377596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9"/>
            <p:cNvSpPr/>
            <p:nvPr/>
          </p:nvSpPr>
          <p:spPr>
            <a:xfrm>
              <a:off x="4217174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9"/>
            <p:cNvSpPr/>
            <p:nvPr/>
          </p:nvSpPr>
          <p:spPr>
            <a:xfrm>
              <a:off x="3682534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56" y="1"/>
                    <a:pt x="0" y="360"/>
                    <a:pt x="216" y="564"/>
                  </a:cubicBezTo>
                  <a:cubicBezTo>
                    <a:pt x="282" y="630"/>
                    <a:pt x="363" y="659"/>
                    <a:pt x="442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9"/>
            <p:cNvSpPr/>
            <p:nvPr/>
          </p:nvSpPr>
          <p:spPr>
            <a:xfrm>
              <a:off x="3758605" y="3839228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9"/>
            <p:cNvSpPr/>
            <p:nvPr/>
          </p:nvSpPr>
          <p:spPr>
            <a:xfrm>
              <a:off x="3834309" y="3839228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9"/>
            <p:cNvSpPr/>
            <p:nvPr/>
          </p:nvSpPr>
          <p:spPr>
            <a:xfrm>
              <a:off x="3910012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9"/>
            <p:cNvSpPr/>
            <p:nvPr/>
          </p:nvSpPr>
          <p:spPr>
            <a:xfrm>
              <a:off x="3985683" y="3839228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56" y="1"/>
                    <a:pt x="1" y="360"/>
                    <a:pt x="216" y="564"/>
                  </a:cubicBezTo>
                  <a:cubicBezTo>
                    <a:pt x="282" y="630"/>
                    <a:pt x="363" y="659"/>
                    <a:pt x="443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9"/>
            <p:cNvSpPr/>
            <p:nvPr/>
          </p:nvSpPr>
          <p:spPr>
            <a:xfrm>
              <a:off x="4061788" y="3839228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9"/>
            <p:cNvSpPr/>
            <p:nvPr/>
          </p:nvSpPr>
          <p:spPr>
            <a:xfrm>
              <a:off x="4137491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7" y="659"/>
                    <a:pt x="758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9"/>
            <p:cNvSpPr/>
            <p:nvPr/>
          </p:nvSpPr>
          <p:spPr>
            <a:xfrm>
              <a:off x="4213162" y="3839228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4" y="630"/>
                    <a:pt x="358" y="659"/>
                    <a:pt x="439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9"/>
            <p:cNvSpPr/>
            <p:nvPr/>
          </p:nvSpPr>
          <p:spPr>
            <a:xfrm>
              <a:off x="3682534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21"/>
                    <a:pt x="363" y="652"/>
                    <a:pt x="442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9"/>
            <p:cNvSpPr/>
            <p:nvPr/>
          </p:nvSpPr>
          <p:spPr>
            <a:xfrm>
              <a:off x="3758605" y="3902928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9"/>
            <p:cNvSpPr/>
            <p:nvPr/>
          </p:nvSpPr>
          <p:spPr>
            <a:xfrm>
              <a:off x="3834309" y="3902928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9"/>
            <p:cNvSpPr/>
            <p:nvPr/>
          </p:nvSpPr>
          <p:spPr>
            <a:xfrm>
              <a:off x="3910012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2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9"/>
            <p:cNvSpPr/>
            <p:nvPr/>
          </p:nvSpPr>
          <p:spPr>
            <a:xfrm>
              <a:off x="3985683" y="3902928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6" y="0"/>
                    <a:pt x="1" y="347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9"/>
            <p:cNvSpPr/>
            <p:nvPr/>
          </p:nvSpPr>
          <p:spPr>
            <a:xfrm>
              <a:off x="4061788" y="3902928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9"/>
            <p:cNvSpPr/>
            <p:nvPr/>
          </p:nvSpPr>
          <p:spPr>
            <a:xfrm>
              <a:off x="4137491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8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9"/>
            <p:cNvSpPr/>
            <p:nvPr/>
          </p:nvSpPr>
          <p:spPr>
            <a:xfrm>
              <a:off x="4213162" y="3902928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9"/>
            <p:cNvSpPr/>
            <p:nvPr/>
          </p:nvSpPr>
          <p:spPr>
            <a:xfrm>
              <a:off x="3682534" y="396659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9"/>
            <p:cNvSpPr/>
            <p:nvPr/>
          </p:nvSpPr>
          <p:spPr>
            <a:xfrm>
              <a:off x="3762216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9"/>
            <p:cNvSpPr/>
            <p:nvPr/>
          </p:nvSpPr>
          <p:spPr>
            <a:xfrm>
              <a:off x="3834309" y="396659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29"/>
            <p:cNvSpPr/>
            <p:nvPr/>
          </p:nvSpPr>
          <p:spPr>
            <a:xfrm>
              <a:off x="3913590" y="3966594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29"/>
            <p:cNvSpPr/>
            <p:nvPr/>
          </p:nvSpPr>
          <p:spPr>
            <a:xfrm>
              <a:off x="3989695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29"/>
            <p:cNvSpPr/>
            <p:nvPr/>
          </p:nvSpPr>
          <p:spPr>
            <a:xfrm>
              <a:off x="4061788" y="396659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9"/>
            <p:cNvSpPr/>
            <p:nvPr/>
          </p:nvSpPr>
          <p:spPr>
            <a:xfrm>
              <a:off x="4137491" y="396659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9"/>
            <p:cNvSpPr/>
            <p:nvPr/>
          </p:nvSpPr>
          <p:spPr>
            <a:xfrm>
              <a:off x="4217174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9"/>
            <p:cNvSpPr/>
            <p:nvPr/>
          </p:nvSpPr>
          <p:spPr>
            <a:xfrm>
              <a:off x="3682534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9"/>
            <p:cNvSpPr/>
            <p:nvPr/>
          </p:nvSpPr>
          <p:spPr>
            <a:xfrm>
              <a:off x="3758605" y="4030260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9"/>
            <p:cNvSpPr/>
            <p:nvPr/>
          </p:nvSpPr>
          <p:spPr>
            <a:xfrm>
              <a:off x="3834309" y="403026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9"/>
            <p:cNvSpPr/>
            <p:nvPr/>
          </p:nvSpPr>
          <p:spPr>
            <a:xfrm>
              <a:off x="3910012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9"/>
            <p:cNvSpPr/>
            <p:nvPr/>
          </p:nvSpPr>
          <p:spPr>
            <a:xfrm>
              <a:off x="3985683" y="4030260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9"/>
            <p:cNvSpPr/>
            <p:nvPr/>
          </p:nvSpPr>
          <p:spPr>
            <a:xfrm>
              <a:off x="4061888" y="4030260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5" y="0"/>
                  </a:moveTo>
                  <a:cubicBezTo>
                    <a:pt x="136" y="0"/>
                    <a:pt x="1" y="351"/>
                    <a:pt x="201" y="552"/>
                  </a:cubicBezTo>
                  <a:cubicBezTo>
                    <a:pt x="267" y="618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1"/>
                    <a:pt x="429" y="1"/>
                  </a:cubicBezTo>
                  <a:cubicBezTo>
                    <a:pt x="424" y="1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9"/>
            <p:cNvSpPr/>
            <p:nvPr/>
          </p:nvSpPr>
          <p:spPr>
            <a:xfrm>
              <a:off x="4137491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9"/>
            <p:cNvSpPr/>
            <p:nvPr/>
          </p:nvSpPr>
          <p:spPr>
            <a:xfrm>
              <a:off x="4213162" y="4030260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9"/>
            <p:cNvSpPr/>
            <p:nvPr/>
          </p:nvSpPr>
          <p:spPr>
            <a:xfrm>
              <a:off x="3682534" y="4093558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56" y="0"/>
                    <a:pt x="0" y="347"/>
                    <a:pt x="216" y="563"/>
                  </a:cubicBezTo>
                  <a:cubicBezTo>
                    <a:pt x="281" y="629"/>
                    <a:pt x="361" y="658"/>
                    <a:pt x="440" y="658"/>
                  </a:cubicBezTo>
                  <a:cubicBezTo>
                    <a:pt x="607" y="658"/>
                    <a:pt x="767" y="527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9"/>
            <p:cNvSpPr/>
            <p:nvPr/>
          </p:nvSpPr>
          <p:spPr>
            <a:xfrm>
              <a:off x="3762216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9"/>
            <p:cNvSpPr/>
            <p:nvPr/>
          </p:nvSpPr>
          <p:spPr>
            <a:xfrm>
              <a:off x="3834309" y="4093558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9"/>
            <p:cNvSpPr/>
            <p:nvPr/>
          </p:nvSpPr>
          <p:spPr>
            <a:xfrm>
              <a:off x="3913590" y="4093558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24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3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9"/>
            <p:cNvSpPr/>
            <p:nvPr/>
          </p:nvSpPr>
          <p:spPr>
            <a:xfrm>
              <a:off x="3989695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9"/>
            <p:cNvSpPr/>
            <p:nvPr/>
          </p:nvSpPr>
          <p:spPr>
            <a:xfrm>
              <a:off x="4061788" y="4093558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9"/>
            <p:cNvSpPr/>
            <p:nvPr/>
          </p:nvSpPr>
          <p:spPr>
            <a:xfrm>
              <a:off x="4137491" y="4093558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49" y="658"/>
                    <a:pt x="429" y="658"/>
                  </a:cubicBezTo>
                  <a:cubicBezTo>
                    <a:pt x="596" y="658"/>
                    <a:pt x="758" y="527"/>
                    <a:pt x="767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9"/>
            <p:cNvSpPr/>
            <p:nvPr/>
          </p:nvSpPr>
          <p:spPr>
            <a:xfrm>
              <a:off x="4217174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9"/>
            <p:cNvSpPr/>
            <p:nvPr/>
          </p:nvSpPr>
          <p:spPr>
            <a:xfrm>
              <a:off x="3682534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9"/>
            <p:cNvSpPr/>
            <p:nvPr/>
          </p:nvSpPr>
          <p:spPr>
            <a:xfrm>
              <a:off x="3758605" y="4157224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9"/>
            <p:cNvSpPr/>
            <p:nvPr/>
          </p:nvSpPr>
          <p:spPr>
            <a:xfrm>
              <a:off x="3834309" y="415722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9"/>
            <p:cNvSpPr/>
            <p:nvPr/>
          </p:nvSpPr>
          <p:spPr>
            <a:xfrm>
              <a:off x="3910012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9"/>
            <p:cNvSpPr/>
            <p:nvPr/>
          </p:nvSpPr>
          <p:spPr>
            <a:xfrm>
              <a:off x="3985683" y="415722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56" y="0"/>
                    <a:pt x="1" y="348"/>
                    <a:pt x="216" y="551"/>
                  </a:cubicBezTo>
                  <a:cubicBezTo>
                    <a:pt x="282" y="617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9"/>
            <p:cNvSpPr/>
            <p:nvPr/>
          </p:nvSpPr>
          <p:spPr>
            <a:xfrm>
              <a:off x="4061788" y="415722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9"/>
            <p:cNvSpPr/>
            <p:nvPr/>
          </p:nvSpPr>
          <p:spPr>
            <a:xfrm>
              <a:off x="4137491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7" y="647"/>
                    <a:pt x="758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9"/>
            <p:cNvSpPr/>
            <p:nvPr/>
          </p:nvSpPr>
          <p:spPr>
            <a:xfrm>
              <a:off x="4213162" y="415722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7" name="Google Shape;2137;p29"/>
          <p:cNvSpPr/>
          <p:nvPr/>
        </p:nvSpPr>
        <p:spPr>
          <a:xfrm>
            <a:off x="5" y="0"/>
            <a:ext cx="136201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AND_TWO_COLUMNS_1_1"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0"/>
          <p:cNvSpPr txBox="1"/>
          <p:nvPr>
            <p:ph type="title"/>
          </p:nvPr>
        </p:nvSpPr>
        <p:spPr>
          <a:xfrm>
            <a:off x="713225" y="448050"/>
            <a:ext cx="772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0" name="Google Shape;2140;p30"/>
          <p:cNvSpPr txBox="1"/>
          <p:nvPr>
            <p:ph idx="1" type="subTitle"/>
          </p:nvPr>
        </p:nvSpPr>
        <p:spPr>
          <a:xfrm>
            <a:off x="706625" y="2139409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1" name="Google Shape;2141;p30"/>
          <p:cNvSpPr txBox="1"/>
          <p:nvPr>
            <p:ph idx="2" type="subTitle"/>
          </p:nvPr>
        </p:nvSpPr>
        <p:spPr>
          <a:xfrm>
            <a:off x="3403950" y="2139409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2" name="Google Shape;2142;p30"/>
          <p:cNvSpPr txBox="1"/>
          <p:nvPr>
            <p:ph idx="3" type="subTitle"/>
          </p:nvPr>
        </p:nvSpPr>
        <p:spPr>
          <a:xfrm>
            <a:off x="6094675" y="2139409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3" name="Google Shape;2143;p30"/>
          <p:cNvSpPr txBox="1"/>
          <p:nvPr>
            <p:ph idx="4" type="subTitle"/>
          </p:nvPr>
        </p:nvSpPr>
        <p:spPr>
          <a:xfrm>
            <a:off x="706625" y="3644763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4" name="Google Shape;2144;p30"/>
          <p:cNvSpPr txBox="1"/>
          <p:nvPr>
            <p:ph idx="5" type="subTitle"/>
          </p:nvPr>
        </p:nvSpPr>
        <p:spPr>
          <a:xfrm>
            <a:off x="3403950" y="3644763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5" name="Google Shape;2145;p30"/>
          <p:cNvSpPr txBox="1"/>
          <p:nvPr>
            <p:ph idx="6" type="subTitle"/>
          </p:nvPr>
        </p:nvSpPr>
        <p:spPr>
          <a:xfrm>
            <a:off x="6094675" y="3644763"/>
            <a:ext cx="23361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46" name="Google Shape;2146;p30"/>
          <p:cNvSpPr txBox="1"/>
          <p:nvPr>
            <p:ph idx="7" type="subTitle"/>
          </p:nvPr>
        </p:nvSpPr>
        <p:spPr>
          <a:xfrm>
            <a:off x="706625" y="1604325"/>
            <a:ext cx="23361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147" name="Google Shape;2147;p30"/>
          <p:cNvSpPr txBox="1"/>
          <p:nvPr>
            <p:ph idx="8" type="subTitle"/>
          </p:nvPr>
        </p:nvSpPr>
        <p:spPr>
          <a:xfrm>
            <a:off x="3403950" y="1604325"/>
            <a:ext cx="23361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148" name="Google Shape;2148;p30"/>
          <p:cNvSpPr txBox="1"/>
          <p:nvPr>
            <p:ph idx="9" type="subTitle"/>
          </p:nvPr>
        </p:nvSpPr>
        <p:spPr>
          <a:xfrm>
            <a:off x="6094675" y="1604325"/>
            <a:ext cx="23361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149" name="Google Shape;2149;p30"/>
          <p:cNvSpPr txBox="1"/>
          <p:nvPr>
            <p:ph idx="13" type="subTitle"/>
          </p:nvPr>
        </p:nvSpPr>
        <p:spPr>
          <a:xfrm>
            <a:off x="706625" y="3107675"/>
            <a:ext cx="23361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150" name="Google Shape;2150;p30"/>
          <p:cNvSpPr txBox="1"/>
          <p:nvPr>
            <p:ph idx="14" type="subTitle"/>
          </p:nvPr>
        </p:nvSpPr>
        <p:spPr>
          <a:xfrm>
            <a:off x="3403950" y="3107675"/>
            <a:ext cx="23361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151" name="Google Shape;2151;p30"/>
          <p:cNvSpPr txBox="1"/>
          <p:nvPr>
            <p:ph idx="15" type="subTitle"/>
          </p:nvPr>
        </p:nvSpPr>
        <p:spPr>
          <a:xfrm>
            <a:off x="6094675" y="3107675"/>
            <a:ext cx="23361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TITLE_AND_TWO_COLUMNS_1_2_1"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p31"/>
          <p:cNvSpPr txBox="1"/>
          <p:nvPr>
            <p:ph hasCustomPrompt="1" type="title"/>
          </p:nvPr>
        </p:nvSpPr>
        <p:spPr>
          <a:xfrm>
            <a:off x="713224" y="4092925"/>
            <a:ext cx="1892700" cy="3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154" name="Google Shape;2154;p31"/>
          <p:cNvSpPr txBox="1"/>
          <p:nvPr>
            <p:ph hasCustomPrompt="1" idx="2" type="title"/>
          </p:nvPr>
        </p:nvSpPr>
        <p:spPr>
          <a:xfrm>
            <a:off x="3613212" y="4092926"/>
            <a:ext cx="1892700" cy="3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155" name="Google Shape;2155;p31"/>
          <p:cNvSpPr txBox="1"/>
          <p:nvPr>
            <p:ph hasCustomPrompt="1" idx="3" type="title"/>
          </p:nvPr>
        </p:nvSpPr>
        <p:spPr>
          <a:xfrm>
            <a:off x="6513187" y="4092926"/>
            <a:ext cx="1892700" cy="31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156" name="Google Shape;2156;p31"/>
          <p:cNvSpPr/>
          <p:nvPr/>
        </p:nvSpPr>
        <p:spPr>
          <a:xfrm>
            <a:off x="373603" y="1701953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rgbClr val="E73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57" name="Google Shape;2157;p31"/>
          <p:cNvCxnSpPr/>
          <p:nvPr/>
        </p:nvCxnSpPr>
        <p:spPr>
          <a:xfrm>
            <a:off x="540788" y="-29703"/>
            <a:ext cx="0" cy="189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8" name="Google Shape;2158;p31"/>
          <p:cNvSpPr/>
          <p:nvPr/>
        </p:nvSpPr>
        <p:spPr>
          <a:xfrm>
            <a:off x="228593" y="1542109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31"/>
          <p:cNvSpPr/>
          <p:nvPr/>
        </p:nvSpPr>
        <p:spPr>
          <a:xfrm>
            <a:off x="8439893" y="2803"/>
            <a:ext cx="699732" cy="1073391"/>
          </a:xfrm>
          <a:custGeom>
            <a:rect b="b" l="l" r="r" t="t"/>
            <a:pathLst>
              <a:path extrusionOk="0" h="32099" w="20925">
                <a:moveTo>
                  <a:pt x="1869" y="0"/>
                </a:moveTo>
                <a:cubicBezTo>
                  <a:pt x="671" y="2647"/>
                  <a:pt x="1" y="7881"/>
                  <a:pt x="1" y="10971"/>
                </a:cubicBezTo>
                <a:cubicBezTo>
                  <a:pt x="1" y="22553"/>
                  <a:pt x="9331" y="31979"/>
                  <a:pt x="20925" y="32099"/>
                </a:cubicBezTo>
                <a:lnTo>
                  <a:pt x="2092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0" name="Google Shape;2160;p31"/>
          <p:cNvGrpSpPr/>
          <p:nvPr/>
        </p:nvGrpSpPr>
        <p:grpSpPr>
          <a:xfrm>
            <a:off x="708064" y="72854"/>
            <a:ext cx="555934" cy="466650"/>
            <a:chOff x="4723089" y="2279829"/>
            <a:chExt cx="555934" cy="466650"/>
          </a:xfrm>
        </p:grpSpPr>
        <p:sp>
          <p:nvSpPr>
            <p:cNvPr id="2161" name="Google Shape;2161;p31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1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1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1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1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1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1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1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1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1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1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1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1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1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1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1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1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1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1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1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1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1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1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1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1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1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1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1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1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1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1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1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1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1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1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1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1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1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1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1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1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1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1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1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1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1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1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1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1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1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1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1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1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1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1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1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1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1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1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1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1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1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1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1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5" name="Google Shape;2225;p31"/>
          <p:cNvSpPr txBox="1"/>
          <p:nvPr>
            <p:ph idx="4"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26" name="Google Shape;2226;p31"/>
          <p:cNvSpPr txBox="1"/>
          <p:nvPr>
            <p:ph idx="1" type="subTitle"/>
          </p:nvPr>
        </p:nvSpPr>
        <p:spPr>
          <a:xfrm>
            <a:off x="713224" y="3051048"/>
            <a:ext cx="18927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27" name="Google Shape;2227;p31"/>
          <p:cNvSpPr txBox="1"/>
          <p:nvPr>
            <p:ph idx="5" type="subTitle"/>
          </p:nvPr>
        </p:nvSpPr>
        <p:spPr>
          <a:xfrm>
            <a:off x="3613212" y="3051048"/>
            <a:ext cx="18927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28" name="Google Shape;2228;p31"/>
          <p:cNvSpPr txBox="1"/>
          <p:nvPr>
            <p:ph idx="6" type="subTitle"/>
          </p:nvPr>
        </p:nvSpPr>
        <p:spPr>
          <a:xfrm>
            <a:off x="6513187" y="3051048"/>
            <a:ext cx="18927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29" name="Google Shape;2229;p31"/>
          <p:cNvSpPr txBox="1"/>
          <p:nvPr>
            <p:ph idx="7" type="subTitle"/>
          </p:nvPr>
        </p:nvSpPr>
        <p:spPr>
          <a:xfrm>
            <a:off x="713224" y="2246376"/>
            <a:ext cx="18954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30" name="Google Shape;2230;p31"/>
          <p:cNvSpPr txBox="1"/>
          <p:nvPr>
            <p:ph idx="8" type="subTitle"/>
          </p:nvPr>
        </p:nvSpPr>
        <p:spPr>
          <a:xfrm>
            <a:off x="3613212" y="2246376"/>
            <a:ext cx="18954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31" name="Google Shape;2231;p31"/>
          <p:cNvSpPr txBox="1"/>
          <p:nvPr>
            <p:ph idx="9" type="subTitle"/>
          </p:nvPr>
        </p:nvSpPr>
        <p:spPr>
          <a:xfrm>
            <a:off x="6513187" y="2246376"/>
            <a:ext cx="18954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"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32"/>
          <p:cNvSpPr/>
          <p:nvPr/>
        </p:nvSpPr>
        <p:spPr>
          <a:xfrm>
            <a:off x="3505812" y="537247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4" name="Google Shape;2234;p32"/>
          <p:cNvSpPr/>
          <p:nvPr/>
        </p:nvSpPr>
        <p:spPr>
          <a:xfrm>
            <a:off x="2993917" y="2280546"/>
            <a:ext cx="403755" cy="375030"/>
          </a:xfrm>
          <a:custGeom>
            <a:rect b="b" l="l" r="r" t="t"/>
            <a:pathLst>
              <a:path extrusionOk="0" h="11215" w="12074">
                <a:moveTo>
                  <a:pt x="6019" y="1"/>
                </a:moveTo>
                <a:cubicBezTo>
                  <a:pt x="3324" y="1"/>
                  <a:pt x="945" y="1954"/>
                  <a:pt x="504" y="4711"/>
                </a:cubicBezTo>
                <a:cubicBezTo>
                  <a:pt x="1" y="7765"/>
                  <a:pt x="2085" y="10652"/>
                  <a:pt x="5139" y="11143"/>
                </a:cubicBezTo>
                <a:cubicBezTo>
                  <a:pt x="5441" y="11191"/>
                  <a:pt x="5741" y="11215"/>
                  <a:pt x="6037" y="11215"/>
                </a:cubicBezTo>
                <a:cubicBezTo>
                  <a:pt x="8740" y="11215"/>
                  <a:pt x="11128" y="9260"/>
                  <a:pt x="11571" y="6508"/>
                </a:cubicBezTo>
                <a:cubicBezTo>
                  <a:pt x="12074" y="3453"/>
                  <a:pt x="9990" y="567"/>
                  <a:pt x="6936" y="76"/>
                </a:cubicBezTo>
                <a:cubicBezTo>
                  <a:pt x="6628" y="25"/>
                  <a:pt x="6322" y="1"/>
                  <a:pt x="601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32"/>
          <p:cNvSpPr/>
          <p:nvPr/>
        </p:nvSpPr>
        <p:spPr>
          <a:xfrm>
            <a:off x="2852936" y="2125253"/>
            <a:ext cx="685721" cy="685319"/>
          </a:xfrm>
          <a:custGeom>
            <a:rect b="b" l="l" r="r" t="t"/>
            <a:pathLst>
              <a:path extrusionOk="0" fill="none" h="20494" w="20506">
                <a:moveTo>
                  <a:pt x="16853" y="3642"/>
                </a:moveTo>
                <a:cubicBezTo>
                  <a:pt x="20506" y="7295"/>
                  <a:pt x="20506" y="13200"/>
                  <a:pt x="16853" y="16853"/>
                </a:cubicBezTo>
                <a:cubicBezTo>
                  <a:pt x="13200" y="20494"/>
                  <a:pt x="7295" y="20494"/>
                  <a:pt x="3642" y="16853"/>
                </a:cubicBezTo>
                <a:cubicBezTo>
                  <a:pt x="1" y="13200"/>
                  <a:pt x="1" y="7295"/>
                  <a:pt x="3642" y="3642"/>
                </a:cubicBezTo>
                <a:cubicBezTo>
                  <a:pt x="7295" y="1"/>
                  <a:pt x="13200" y="1"/>
                  <a:pt x="16853" y="3642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32"/>
          <p:cNvSpPr/>
          <p:nvPr/>
        </p:nvSpPr>
        <p:spPr>
          <a:xfrm flipH="1">
            <a:off x="2885805" y="-7829"/>
            <a:ext cx="620011" cy="890373"/>
          </a:xfrm>
          <a:custGeom>
            <a:rect b="b" l="l" r="r" t="t"/>
            <a:pathLst>
              <a:path extrusionOk="0" h="26626" w="18541">
                <a:moveTo>
                  <a:pt x="0" y="0"/>
                </a:moveTo>
                <a:lnTo>
                  <a:pt x="0" y="26625"/>
                </a:lnTo>
                <a:lnTo>
                  <a:pt x="12624" y="26625"/>
                </a:lnTo>
                <a:cubicBezTo>
                  <a:pt x="15894" y="26625"/>
                  <a:pt x="18541" y="23966"/>
                  <a:pt x="18541" y="20708"/>
                </a:cubicBezTo>
                <a:lnTo>
                  <a:pt x="1854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32"/>
          <p:cNvSpPr/>
          <p:nvPr/>
        </p:nvSpPr>
        <p:spPr>
          <a:xfrm>
            <a:off x="3188799" y="-110204"/>
            <a:ext cx="14000" cy="2574704"/>
          </a:xfrm>
          <a:custGeom>
            <a:rect b="b" l="l" r="r" t="t"/>
            <a:pathLst>
              <a:path extrusionOk="0" fill="none" h="71624" w="1">
                <a:moveTo>
                  <a:pt x="0" y="71624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32"/>
          <p:cNvSpPr/>
          <p:nvPr/>
        </p:nvSpPr>
        <p:spPr>
          <a:xfrm>
            <a:off x="8439905" y="3063846"/>
            <a:ext cx="136201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9" name="Google Shape;2239;p32"/>
          <p:cNvGrpSpPr/>
          <p:nvPr/>
        </p:nvGrpSpPr>
        <p:grpSpPr>
          <a:xfrm>
            <a:off x="679955" y="4560770"/>
            <a:ext cx="556341" cy="466622"/>
            <a:chOff x="5590805" y="3094411"/>
            <a:chExt cx="556341" cy="466622"/>
          </a:xfrm>
        </p:grpSpPr>
        <p:sp>
          <p:nvSpPr>
            <p:cNvPr id="2240" name="Google Shape;2240;p32"/>
            <p:cNvSpPr/>
            <p:nvPr/>
          </p:nvSpPr>
          <p:spPr>
            <a:xfrm>
              <a:off x="5590805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2"/>
            <p:cNvSpPr/>
            <p:nvPr/>
          </p:nvSpPr>
          <p:spPr>
            <a:xfrm>
              <a:off x="5670493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2"/>
            <p:cNvSpPr/>
            <p:nvPr/>
          </p:nvSpPr>
          <p:spPr>
            <a:xfrm>
              <a:off x="5742589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2"/>
            <p:cNvSpPr/>
            <p:nvPr/>
          </p:nvSpPr>
          <p:spPr>
            <a:xfrm>
              <a:off x="5818297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2"/>
            <p:cNvSpPr/>
            <p:nvPr/>
          </p:nvSpPr>
          <p:spPr>
            <a:xfrm>
              <a:off x="5897985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2"/>
            <p:cNvSpPr/>
            <p:nvPr/>
          </p:nvSpPr>
          <p:spPr>
            <a:xfrm>
              <a:off x="5970082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2"/>
            <p:cNvSpPr/>
            <p:nvPr/>
          </p:nvSpPr>
          <p:spPr>
            <a:xfrm>
              <a:off x="6045790" y="30944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2"/>
            <p:cNvSpPr/>
            <p:nvPr/>
          </p:nvSpPr>
          <p:spPr>
            <a:xfrm>
              <a:off x="6125076" y="30944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2"/>
            <p:cNvSpPr/>
            <p:nvPr/>
          </p:nvSpPr>
          <p:spPr>
            <a:xfrm>
              <a:off x="5590805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2"/>
            <p:cNvSpPr/>
            <p:nvPr/>
          </p:nvSpPr>
          <p:spPr>
            <a:xfrm>
              <a:off x="5666915" y="31580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2"/>
            <p:cNvSpPr/>
            <p:nvPr/>
          </p:nvSpPr>
          <p:spPr>
            <a:xfrm>
              <a:off x="5742589" y="31580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2"/>
            <p:cNvSpPr/>
            <p:nvPr/>
          </p:nvSpPr>
          <p:spPr>
            <a:xfrm>
              <a:off x="5818297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2"/>
            <p:cNvSpPr/>
            <p:nvPr/>
          </p:nvSpPr>
          <p:spPr>
            <a:xfrm>
              <a:off x="5894006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2"/>
            <p:cNvSpPr/>
            <p:nvPr/>
          </p:nvSpPr>
          <p:spPr>
            <a:xfrm>
              <a:off x="5970082" y="31580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2"/>
            <p:cNvSpPr/>
            <p:nvPr/>
          </p:nvSpPr>
          <p:spPr>
            <a:xfrm>
              <a:off x="6045890" y="31580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2"/>
            <p:cNvSpPr/>
            <p:nvPr/>
          </p:nvSpPr>
          <p:spPr>
            <a:xfrm>
              <a:off x="6121498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2"/>
            <p:cNvSpPr/>
            <p:nvPr/>
          </p:nvSpPr>
          <p:spPr>
            <a:xfrm>
              <a:off x="5590805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2"/>
            <p:cNvSpPr/>
            <p:nvPr/>
          </p:nvSpPr>
          <p:spPr>
            <a:xfrm>
              <a:off x="5670493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2"/>
            <p:cNvSpPr/>
            <p:nvPr/>
          </p:nvSpPr>
          <p:spPr>
            <a:xfrm>
              <a:off x="5742589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2"/>
            <p:cNvSpPr/>
            <p:nvPr/>
          </p:nvSpPr>
          <p:spPr>
            <a:xfrm>
              <a:off x="5818297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2"/>
            <p:cNvSpPr/>
            <p:nvPr/>
          </p:nvSpPr>
          <p:spPr>
            <a:xfrm>
              <a:off x="5897985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2"/>
            <p:cNvSpPr/>
            <p:nvPr/>
          </p:nvSpPr>
          <p:spPr>
            <a:xfrm>
              <a:off x="5970082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2"/>
            <p:cNvSpPr/>
            <p:nvPr/>
          </p:nvSpPr>
          <p:spPr>
            <a:xfrm>
              <a:off x="6045790" y="32213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2"/>
            <p:cNvSpPr/>
            <p:nvPr/>
          </p:nvSpPr>
          <p:spPr>
            <a:xfrm>
              <a:off x="6125076" y="32213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2"/>
            <p:cNvSpPr/>
            <p:nvPr/>
          </p:nvSpPr>
          <p:spPr>
            <a:xfrm>
              <a:off x="5590805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2"/>
            <p:cNvSpPr/>
            <p:nvPr/>
          </p:nvSpPr>
          <p:spPr>
            <a:xfrm>
              <a:off x="5670493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2"/>
            <p:cNvSpPr/>
            <p:nvPr/>
          </p:nvSpPr>
          <p:spPr>
            <a:xfrm>
              <a:off x="5742589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2"/>
            <p:cNvSpPr/>
            <p:nvPr/>
          </p:nvSpPr>
          <p:spPr>
            <a:xfrm>
              <a:off x="5818297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2"/>
            <p:cNvSpPr/>
            <p:nvPr/>
          </p:nvSpPr>
          <p:spPr>
            <a:xfrm>
              <a:off x="5897985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2"/>
            <p:cNvSpPr/>
            <p:nvPr/>
          </p:nvSpPr>
          <p:spPr>
            <a:xfrm>
              <a:off x="5970082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2"/>
            <p:cNvSpPr/>
            <p:nvPr/>
          </p:nvSpPr>
          <p:spPr>
            <a:xfrm>
              <a:off x="6045790" y="32850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2"/>
            <p:cNvSpPr/>
            <p:nvPr/>
          </p:nvSpPr>
          <p:spPr>
            <a:xfrm>
              <a:off x="6125076" y="32850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2"/>
            <p:cNvSpPr/>
            <p:nvPr/>
          </p:nvSpPr>
          <p:spPr>
            <a:xfrm>
              <a:off x="5590805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2"/>
            <p:cNvSpPr/>
            <p:nvPr/>
          </p:nvSpPr>
          <p:spPr>
            <a:xfrm>
              <a:off x="5666915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2"/>
            <p:cNvSpPr/>
            <p:nvPr/>
          </p:nvSpPr>
          <p:spPr>
            <a:xfrm>
              <a:off x="5742589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2"/>
            <p:cNvSpPr/>
            <p:nvPr/>
          </p:nvSpPr>
          <p:spPr>
            <a:xfrm>
              <a:off x="5818297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2"/>
            <p:cNvSpPr/>
            <p:nvPr/>
          </p:nvSpPr>
          <p:spPr>
            <a:xfrm>
              <a:off x="5894006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2"/>
            <p:cNvSpPr/>
            <p:nvPr/>
          </p:nvSpPr>
          <p:spPr>
            <a:xfrm>
              <a:off x="5970082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2"/>
            <p:cNvSpPr/>
            <p:nvPr/>
          </p:nvSpPr>
          <p:spPr>
            <a:xfrm>
              <a:off x="6045790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2"/>
            <p:cNvSpPr/>
            <p:nvPr/>
          </p:nvSpPr>
          <p:spPr>
            <a:xfrm>
              <a:off x="6121498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2"/>
            <p:cNvSpPr/>
            <p:nvPr/>
          </p:nvSpPr>
          <p:spPr>
            <a:xfrm>
              <a:off x="5590805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2"/>
            <p:cNvSpPr/>
            <p:nvPr/>
          </p:nvSpPr>
          <p:spPr>
            <a:xfrm>
              <a:off x="5670493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2"/>
            <p:cNvSpPr/>
            <p:nvPr/>
          </p:nvSpPr>
          <p:spPr>
            <a:xfrm>
              <a:off x="5742589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2"/>
            <p:cNvSpPr/>
            <p:nvPr/>
          </p:nvSpPr>
          <p:spPr>
            <a:xfrm>
              <a:off x="5818297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2"/>
            <p:cNvSpPr/>
            <p:nvPr/>
          </p:nvSpPr>
          <p:spPr>
            <a:xfrm>
              <a:off x="5897985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2"/>
            <p:cNvSpPr/>
            <p:nvPr/>
          </p:nvSpPr>
          <p:spPr>
            <a:xfrm>
              <a:off x="5970082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2"/>
            <p:cNvSpPr/>
            <p:nvPr/>
          </p:nvSpPr>
          <p:spPr>
            <a:xfrm>
              <a:off x="6045790" y="34119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2"/>
            <p:cNvSpPr/>
            <p:nvPr/>
          </p:nvSpPr>
          <p:spPr>
            <a:xfrm>
              <a:off x="6125076" y="34119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2"/>
            <p:cNvSpPr/>
            <p:nvPr/>
          </p:nvSpPr>
          <p:spPr>
            <a:xfrm>
              <a:off x="5590805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2"/>
            <p:cNvSpPr/>
            <p:nvPr/>
          </p:nvSpPr>
          <p:spPr>
            <a:xfrm>
              <a:off x="5666915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2"/>
            <p:cNvSpPr/>
            <p:nvPr/>
          </p:nvSpPr>
          <p:spPr>
            <a:xfrm>
              <a:off x="5742589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2"/>
            <p:cNvSpPr/>
            <p:nvPr/>
          </p:nvSpPr>
          <p:spPr>
            <a:xfrm>
              <a:off x="5818297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2"/>
            <p:cNvSpPr/>
            <p:nvPr/>
          </p:nvSpPr>
          <p:spPr>
            <a:xfrm>
              <a:off x="5894006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2"/>
            <p:cNvSpPr/>
            <p:nvPr/>
          </p:nvSpPr>
          <p:spPr>
            <a:xfrm>
              <a:off x="5970082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2"/>
            <p:cNvSpPr/>
            <p:nvPr/>
          </p:nvSpPr>
          <p:spPr>
            <a:xfrm>
              <a:off x="6045790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2"/>
            <p:cNvSpPr/>
            <p:nvPr/>
          </p:nvSpPr>
          <p:spPr>
            <a:xfrm>
              <a:off x="6121498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2"/>
            <p:cNvSpPr/>
            <p:nvPr/>
          </p:nvSpPr>
          <p:spPr>
            <a:xfrm>
              <a:off x="5590805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2"/>
            <p:cNvSpPr/>
            <p:nvPr/>
          </p:nvSpPr>
          <p:spPr>
            <a:xfrm>
              <a:off x="5666915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2"/>
            <p:cNvSpPr/>
            <p:nvPr/>
          </p:nvSpPr>
          <p:spPr>
            <a:xfrm>
              <a:off x="5742589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2"/>
            <p:cNvSpPr/>
            <p:nvPr/>
          </p:nvSpPr>
          <p:spPr>
            <a:xfrm>
              <a:off x="5818297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2"/>
            <p:cNvSpPr/>
            <p:nvPr/>
          </p:nvSpPr>
          <p:spPr>
            <a:xfrm>
              <a:off x="5894006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2"/>
            <p:cNvSpPr/>
            <p:nvPr/>
          </p:nvSpPr>
          <p:spPr>
            <a:xfrm>
              <a:off x="5970082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2"/>
            <p:cNvSpPr/>
            <p:nvPr/>
          </p:nvSpPr>
          <p:spPr>
            <a:xfrm>
              <a:off x="6045790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2"/>
            <p:cNvSpPr/>
            <p:nvPr/>
          </p:nvSpPr>
          <p:spPr>
            <a:xfrm>
              <a:off x="6121498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4" name="Google Shape;2304;p32"/>
          <p:cNvSpPr/>
          <p:nvPr/>
        </p:nvSpPr>
        <p:spPr>
          <a:xfrm>
            <a:off x="1" y="4185253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32"/>
          <p:cNvSpPr txBox="1"/>
          <p:nvPr>
            <p:ph type="title"/>
          </p:nvPr>
        </p:nvSpPr>
        <p:spPr>
          <a:xfrm>
            <a:off x="3947187" y="1024128"/>
            <a:ext cx="2807100" cy="7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6" name="Google Shape;2306;p32"/>
          <p:cNvSpPr txBox="1"/>
          <p:nvPr>
            <p:ph idx="1" type="subTitle"/>
          </p:nvPr>
        </p:nvSpPr>
        <p:spPr>
          <a:xfrm>
            <a:off x="3947187" y="1755648"/>
            <a:ext cx="3867900" cy="14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text 2">
  <p:cSld name="TITLE_AND_BODY_1_2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33"/>
          <p:cNvSpPr txBox="1"/>
          <p:nvPr>
            <p:ph type="title"/>
          </p:nvPr>
        </p:nvSpPr>
        <p:spPr>
          <a:xfrm>
            <a:off x="708600" y="448050"/>
            <a:ext cx="2375400" cy="22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09" name="Google Shape;2309;p33"/>
          <p:cNvSpPr txBox="1"/>
          <p:nvPr>
            <p:ph idx="1" type="subTitle"/>
          </p:nvPr>
        </p:nvSpPr>
        <p:spPr>
          <a:xfrm>
            <a:off x="721050" y="2428850"/>
            <a:ext cx="1991700" cy="12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10" name="Google Shape;2310;p33"/>
          <p:cNvSpPr/>
          <p:nvPr/>
        </p:nvSpPr>
        <p:spPr>
          <a:xfrm>
            <a:off x="2972805" y="3726546"/>
            <a:ext cx="1264433" cy="1152008"/>
          </a:xfrm>
          <a:custGeom>
            <a:rect b="b" l="l" r="r" t="t"/>
            <a:pathLst>
              <a:path extrusionOk="0" h="34450" w="37812">
                <a:moveTo>
                  <a:pt x="18906" y="1"/>
                </a:moveTo>
                <a:cubicBezTo>
                  <a:pt x="14498" y="1"/>
                  <a:pt x="10091" y="1681"/>
                  <a:pt x="6731" y="5040"/>
                </a:cubicBezTo>
                <a:cubicBezTo>
                  <a:pt x="0" y="11771"/>
                  <a:pt x="0" y="22682"/>
                  <a:pt x="6731" y="29401"/>
                </a:cubicBezTo>
                <a:cubicBezTo>
                  <a:pt x="10091" y="32767"/>
                  <a:pt x="14498" y="34450"/>
                  <a:pt x="18906" y="34450"/>
                </a:cubicBezTo>
                <a:cubicBezTo>
                  <a:pt x="23314" y="34450"/>
                  <a:pt x="27721" y="32767"/>
                  <a:pt x="31081" y="29401"/>
                </a:cubicBezTo>
                <a:cubicBezTo>
                  <a:pt x="37812" y="22682"/>
                  <a:pt x="37812" y="11771"/>
                  <a:pt x="31081" y="5040"/>
                </a:cubicBezTo>
                <a:cubicBezTo>
                  <a:pt x="27721" y="1681"/>
                  <a:pt x="23314" y="1"/>
                  <a:pt x="1890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33"/>
          <p:cNvSpPr/>
          <p:nvPr/>
        </p:nvSpPr>
        <p:spPr>
          <a:xfrm>
            <a:off x="3505800" y="539500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33"/>
          <p:cNvSpPr/>
          <p:nvPr/>
        </p:nvSpPr>
        <p:spPr>
          <a:xfrm>
            <a:off x="6852626" y="280331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33"/>
          <p:cNvSpPr/>
          <p:nvPr/>
        </p:nvSpPr>
        <p:spPr>
          <a:xfrm>
            <a:off x="8440089" y="539500"/>
            <a:ext cx="33" cy="1623713"/>
          </a:xfrm>
          <a:custGeom>
            <a:rect b="b" l="l" r="r" t="t"/>
            <a:pathLst>
              <a:path extrusionOk="0" fill="none" h="48556" w="1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33"/>
          <p:cNvSpPr/>
          <p:nvPr/>
        </p:nvSpPr>
        <p:spPr>
          <a:xfrm>
            <a:off x="8272665" y="2104303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5" name="Google Shape;2315;p33"/>
          <p:cNvGrpSpPr/>
          <p:nvPr/>
        </p:nvGrpSpPr>
        <p:grpSpPr>
          <a:xfrm>
            <a:off x="6194233" y="-9"/>
            <a:ext cx="555940" cy="467056"/>
            <a:chOff x="1655600" y="1342675"/>
            <a:chExt cx="415625" cy="349175"/>
          </a:xfrm>
        </p:grpSpPr>
        <p:sp>
          <p:nvSpPr>
            <p:cNvPr id="2316" name="Google Shape;2316;p33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33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33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3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3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3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3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33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3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3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3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3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3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3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33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33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3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3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3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3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3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3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3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3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3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3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3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3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3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3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33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33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3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33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3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3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33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33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33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3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3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3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3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33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3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3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33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3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33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33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3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3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3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33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3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3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3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3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33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33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33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33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33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3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2_1"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34"/>
          <p:cNvSpPr txBox="1"/>
          <p:nvPr>
            <p:ph type="title"/>
          </p:nvPr>
        </p:nvSpPr>
        <p:spPr>
          <a:xfrm>
            <a:off x="713225" y="1481375"/>
            <a:ext cx="18315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2" name="Google Shape;2382;p34"/>
          <p:cNvSpPr txBox="1"/>
          <p:nvPr>
            <p:ph idx="1" type="subTitle"/>
          </p:nvPr>
        </p:nvSpPr>
        <p:spPr>
          <a:xfrm>
            <a:off x="713225" y="2857138"/>
            <a:ext cx="2673000" cy="13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83" name="Google Shape;2383;p34"/>
          <p:cNvSpPr/>
          <p:nvPr/>
        </p:nvSpPr>
        <p:spPr>
          <a:xfrm>
            <a:off x="3505800" y="1166275"/>
            <a:ext cx="4692000" cy="397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4" name="Google Shape;2384;p34"/>
          <p:cNvGrpSpPr/>
          <p:nvPr/>
        </p:nvGrpSpPr>
        <p:grpSpPr>
          <a:xfrm>
            <a:off x="7579109" y="235463"/>
            <a:ext cx="556310" cy="466597"/>
            <a:chOff x="3682534" y="3712263"/>
            <a:chExt cx="556310" cy="466597"/>
          </a:xfrm>
        </p:grpSpPr>
        <p:sp>
          <p:nvSpPr>
            <p:cNvPr id="2385" name="Google Shape;2385;p34"/>
            <p:cNvSpPr/>
            <p:nvPr/>
          </p:nvSpPr>
          <p:spPr>
            <a:xfrm>
              <a:off x="3682534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4"/>
            <p:cNvSpPr/>
            <p:nvPr/>
          </p:nvSpPr>
          <p:spPr>
            <a:xfrm>
              <a:off x="3758605" y="37122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4"/>
            <p:cNvSpPr/>
            <p:nvPr/>
          </p:nvSpPr>
          <p:spPr>
            <a:xfrm>
              <a:off x="3834309" y="3712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34"/>
            <p:cNvSpPr/>
            <p:nvPr/>
          </p:nvSpPr>
          <p:spPr>
            <a:xfrm>
              <a:off x="3910012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34"/>
            <p:cNvSpPr/>
            <p:nvPr/>
          </p:nvSpPr>
          <p:spPr>
            <a:xfrm>
              <a:off x="3985683" y="37122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4"/>
            <p:cNvSpPr/>
            <p:nvPr/>
          </p:nvSpPr>
          <p:spPr>
            <a:xfrm>
              <a:off x="4061788" y="37122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4"/>
            <p:cNvSpPr/>
            <p:nvPr/>
          </p:nvSpPr>
          <p:spPr>
            <a:xfrm>
              <a:off x="4137491" y="37122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34"/>
            <p:cNvSpPr/>
            <p:nvPr/>
          </p:nvSpPr>
          <p:spPr>
            <a:xfrm>
              <a:off x="4213162" y="3712263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34"/>
            <p:cNvSpPr/>
            <p:nvPr/>
          </p:nvSpPr>
          <p:spPr>
            <a:xfrm>
              <a:off x="3682534" y="377596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34"/>
            <p:cNvSpPr/>
            <p:nvPr/>
          </p:nvSpPr>
          <p:spPr>
            <a:xfrm>
              <a:off x="3762216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34"/>
            <p:cNvSpPr/>
            <p:nvPr/>
          </p:nvSpPr>
          <p:spPr>
            <a:xfrm>
              <a:off x="3834309" y="377596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34"/>
            <p:cNvSpPr/>
            <p:nvPr/>
          </p:nvSpPr>
          <p:spPr>
            <a:xfrm>
              <a:off x="3913590" y="377596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34"/>
            <p:cNvSpPr/>
            <p:nvPr/>
          </p:nvSpPr>
          <p:spPr>
            <a:xfrm>
              <a:off x="3989695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34"/>
            <p:cNvSpPr/>
            <p:nvPr/>
          </p:nvSpPr>
          <p:spPr>
            <a:xfrm>
              <a:off x="4061788" y="377596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34"/>
            <p:cNvSpPr/>
            <p:nvPr/>
          </p:nvSpPr>
          <p:spPr>
            <a:xfrm>
              <a:off x="4137491" y="377596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34"/>
            <p:cNvSpPr/>
            <p:nvPr/>
          </p:nvSpPr>
          <p:spPr>
            <a:xfrm>
              <a:off x="4217174" y="377596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4"/>
            <p:cNvSpPr/>
            <p:nvPr/>
          </p:nvSpPr>
          <p:spPr>
            <a:xfrm>
              <a:off x="3682534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56" y="1"/>
                    <a:pt x="0" y="360"/>
                    <a:pt x="216" y="564"/>
                  </a:cubicBezTo>
                  <a:cubicBezTo>
                    <a:pt x="282" y="630"/>
                    <a:pt x="363" y="659"/>
                    <a:pt x="442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4"/>
            <p:cNvSpPr/>
            <p:nvPr/>
          </p:nvSpPr>
          <p:spPr>
            <a:xfrm>
              <a:off x="3758605" y="3839228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4"/>
            <p:cNvSpPr/>
            <p:nvPr/>
          </p:nvSpPr>
          <p:spPr>
            <a:xfrm>
              <a:off x="3834309" y="3839228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4"/>
            <p:cNvSpPr/>
            <p:nvPr/>
          </p:nvSpPr>
          <p:spPr>
            <a:xfrm>
              <a:off x="3910012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43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4"/>
            <p:cNvSpPr/>
            <p:nvPr/>
          </p:nvSpPr>
          <p:spPr>
            <a:xfrm>
              <a:off x="3985683" y="3839228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56" y="1"/>
                    <a:pt x="1" y="360"/>
                    <a:pt x="216" y="564"/>
                  </a:cubicBezTo>
                  <a:cubicBezTo>
                    <a:pt x="282" y="630"/>
                    <a:pt x="363" y="659"/>
                    <a:pt x="443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4"/>
            <p:cNvSpPr/>
            <p:nvPr/>
          </p:nvSpPr>
          <p:spPr>
            <a:xfrm>
              <a:off x="4061788" y="3839228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4"/>
            <p:cNvSpPr/>
            <p:nvPr/>
          </p:nvSpPr>
          <p:spPr>
            <a:xfrm>
              <a:off x="4137491" y="3839228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7" y="659"/>
                    <a:pt x="758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4"/>
            <p:cNvSpPr/>
            <p:nvPr/>
          </p:nvSpPr>
          <p:spPr>
            <a:xfrm>
              <a:off x="4213162" y="3839228"/>
              <a:ext cx="25682" cy="22070"/>
            </a:xfrm>
            <a:custGeom>
              <a:rect b="b" l="l" r="r" t="t"/>
              <a:pathLst>
                <a:path extrusionOk="0" h="660" w="768">
                  <a:moveTo>
                    <a:pt x="444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4" y="630"/>
                    <a:pt x="358" y="659"/>
                    <a:pt x="439" y="659"/>
                  </a:cubicBezTo>
                  <a:cubicBezTo>
                    <a:pt x="608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4"/>
            <p:cNvSpPr/>
            <p:nvPr/>
          </p:nvSpPr>
          <p:spPr>
            <a:xfrm>
              <a:off x="3682534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21"/>
                    <a:pt x="363" y="652"/>
                    <a:pt x="442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4"/>
            <p:cNvSpPr/>
            <p:nvPr/>
          </p:nvSpPr>
          <p:spPr>
            <a:xfrm>
              <a:off x="3758605" y="3902928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4"/>
            <p:cNvSpPr/>
            <p:nvPr/>
          </p:nvSpPr>
          <p:spPr>
            <a:xfrm>
              <a:off x="3834309" y="3902928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4"/>
            <p:cNvSpPr/>
            <p:nvPr/>
          </p:nvSpPr>
          <p:spPr>
            <a:xfrm>
              <a:off x="3910012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2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4"/>
            <p:cNvSpPr/>
            <p:nvPr/>
          </p:nvSpPr>
          <p:spPr>
            <a:xfrm>
              <a:off x="3985683" y="3902928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6" y="0"/>
                    <a:pt x="1" y="347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4"/>
            <p:cNvSpPr/>
            <p:nvPr/>
          </p:nvSpPr>
          <p:spPr>
            <a:xfrm>
              <a:off x="4061788" y="3902928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4"/>
            <p:cNvSpPr/>
            <p:nvPr/>
          </p:nvSpPr>
          <p:spPr>
            <a:xfrm>
              <a:off x="4137491" y="3902928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8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4"/>
            <p:cNvSpPr/>
            <p:nvPr/>
          </p:nvSpPr>
          <p:spPr>
            <a:xfrm>
              <a:off x="4213162" y="3902928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9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4"/>
            <p:cNvSpPr/>
            <p:nvPr/>
          </p:nvSpPr>
          <p:spPr>
            <a:xfrm>
              <a:off x="3682534" y="396659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4"/>
            <p:cNvSpPr/>
            <p:nvPr/>
          </p:nvSpPr>
          <p:spPr>
            <a:xfrm>
              <a:off x="3762216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4"/>
            <p:cNvSpPr/>
            <p:nvPr/>
          </p:nvSpPr>
          <p:spPr>
            <a:xfrm>
              <a:off x="3834309" y="396659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4"/>
            <p:cNvSpPr/>
            <p:nvPr/>
          </p:nvSpPr>
          <p:spPr>
            <a:xfrm>
              <a:off x="3913590" y="3966594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34"/>
            <p:cNvSpPr/>
            <p:nvPr/>
          </p:nvSpPr>
          <p:spPr>
            <a:xfrm>
              <a:off x="3989695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4"/>
            <p:cNvSpPr/>
            <p:nvPr/>
          </p:nvSpPr>
          <p:spPr>
            <a:xfrm>
              <a:off x="4061788" y="396659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4"/>
            <p:cNvSpPr/>
            <p:nvPr/>
          </p:nvSpPr>
          <p:spPr>
            <a:xfrm>
              <a:off x="4137491" y="396659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4"/>
            <p:cNvSpPr/>
            <p:nvPr/>
          </p:nvSpPr>
          <p:spPr>
            <a:xfrm>
              <a:off x="4217174" y="3966594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4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34"/>
            <p:cNvSpPr/>
            <p:nvPr/>
          </p:nvSpPr>
          <p:spPr>
            <a:xfrm>
              <a:off x="3682534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34"/>
            <p:cNvSpPr/>
            <p:nvPr/>
          </p:nvSpPr>
          <p:spPr>
            <a:xfrm>
              <a:off x="3758605" y="4030260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4"/>
            <p:cNvSpPr/>
            <p:nvPr/>
          </p:nvSpPr>
          <p:spPr>
            <a:xfrm>
              <a:off x="3834309" y="403026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4"/>
            <p:cNvSpPr/>
            <p:nvPr/>
          </p:nvSpPr>
          <p:spPr>
            <a:xfrm>
              <a:off x="3910012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4"/>
            <p:cNvSpPr/>
            <p:nvPr/>
          </p:nvSpPr>
          <p:spPr>
            <a:xfrm>
              <a:off x="3985683" y="4030260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56" y="1"/>
                    <a:pt x="1" y="348"/>
                    <a:pt x="216" y="552"/>
                  </a:cubicBezTo>
                  <a:cubicBezTo>
                    <a:pt x="282" y="618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4"/>
            <p:cNvSpPr/>
            <p:nvPr/>
          </p:nvSpPr>
          <p:spPr>
            <a:xfrm>
              <a:off x="4061888" y="4030260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5" y="0"/>
                  </a:moveTo>
                  <a:cubicBezTo>
                    <a:pt x="136" y="0"/>
                    <a:pt x="1" y="351"/>
                    <a:pt x="201" y="552"/>
                  </a:cubicBezTo>
                  <a:cubicBezTo>
                    <a:pt x="267" y="618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1"/>
                    <a:pt x="429" y="1"/>
                  </a:cubicBezTo>
                  <a:cubicBezTo>
                    <a:pt x="424" y="1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4"/>
            <p:cNvSpPr/>
            <p:nvPr/>
          </p:nvSpPr>
          <p:spPr>
            <a:xfrm>
              <a:off x="4137491" y="403026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4"/>
            <p:cNvSpPr/>
            <p:nvPr/>
          </p:nvSpPr>
          <p:spPr>
            <a:xfrm>
              <a:off x="4213162" y="4030260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4"/>
            <p:cNvSpPr/>
            <p:nvPr/>
          </p:nvSpPr>
          <p:spPr>
            <a:xfrm>
              <a:off x="3682534" y="4093558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56" y="0"/>
                    <a:pt x="0" y="347"/>
                    <a:pt x="216" y="563"/>
                  </a:cubicBezTo>
                  <a:cubicBezTo>
                    <a:pt x="281" y="629"/>
                    <a:pt x="361" y="658"/>
                    <a:pt x="440" y="658"/>
                  </a:cubicBezTo>
                  <a:cubicBezTo>
                    <a:pt x="607" y="658"/>
                    <a:pt x="767" y="527"/>
                    <a:pt x="767" y="323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4"/>
            <p:cNvSpPr/>
            <p:nvPr/>
          </p:nvSpPr>
          <p:spPr>
            <a:xfrm>
              <a:off x="3762216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4"/>
            <p:cNvSpPr/>
            <p:nvPr/>
          </p:nvSpPr>
          <p:spPr>
            <a:xfrm>
              <a:off x="3834309" y="4093558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4"/>
            <p:cNvSpPr/>
            <p:nvPr/>
          </p:nvSpPr>
          <p:spPr>
            <a:xfrm>
              <a:off x="3913590" y="4093558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24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24" y="647"/>
                  </a:cubicBezTo>
                  <a:cubicBezTo>
                    <a:pt x="504" y="647"/>
                    <a:pt x="660" y="503"/>
                    <a:pt x="660" y="323"/>
                  </a:cubicBezTo>
                  <a:cubicBezTo>
                    <a:pt x="660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4"/>
            <p:cNvSpPr/>
            <p:nvPr/>
          </p:nvSpPr>
          <p:spPr>
            <a:xfrm>
              <a:off x="3989695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4"/>
            <p:cNvSpPr/>
            <p:nvPr/>
          </p:nvSpPr>
          <p:spPr>
            <a:xfrm>
              <a:off x="4061788" y="4093558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4"/>
            <p:cNvSpPr/>
            <p:nvPr/>
          </p:nvSpPr>
          <p:spPr>
            <a:xfrm>
              <a:off x="4137491" y="4093558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0"/>
                  </a:moveTo>
                  <a:cubicBezTo>
                    <a:pt x="144" y="0"/>
                    <a:pt x="0" y="347"/>
                    <a:pt x="204" y="563"/>
                  </a:cubicBezTo>
                  <a:cubicBezTo>
                    <a:pt x="269" y="629"/>
                    <a:pt x="349" y="658"/>
                    <a:pt x="429" y="658"/>
                  </a:cubicBezTo>
                  <a:cubicBezTo>
                    <a:pt x="596" y="658"/>
                    <a:pt x="758" y="527"/>
                    <a:pt x="767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4"/>
            <p:cNvSpPr/>
            <p:nvPr/>
          </p:nvSpPr>
          <p:spPr>
            <a:xfrm>
              <a:off x="4217174" y="4093558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4" y="0"/>
                    <a:pt x="0" y="144"/>
                    <a:pt x="0" y="323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4" y="647"/>
                    <a:pt x="647" y="503"/>
                    <a:pt x="647" y="323"/>
                  </a:cubicBezTo>
                  <a:cubicBezTo>
                    <a:pt x="647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4"/>
            <p:cNvSpPr/>
            <p:nvPr/>
          </p:nvSpPr>
          <p:spPr>
            <a:xfrm>
              <a:off x="3682534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4"/>
            <p:cNvSpPr/>
            <p:nvPr/>
          </p:nvSpPr>
          <p:spPr>
            <a:xfrm>
              <a:off x="3758605" y="4157224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4"/>
            <p:cNvSpPr/>
            <p:nvPr/>
          </p:nvSpPr>
          <p:spPr>
            <a:xfrm>
              <a:off x="3834309" y="415722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4"/>
            <p:cNvSpPr/>
            <p:nvPr/>
          </p:nvSpPr>
          <p:spPr>
            <a:xfrm>
              <a:off x="3910012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4"/>
            <p:cNvSpPr/>
            <p:nvPr/>
          </p:nvSpPr>
          <p:spPr>
            <a:xfrm>
              <a:off x="3985683" y="415722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56" y="0"/>
                    <a:pt x="1" y="348"/>
                    <a:pt x="216" y="551"/>
                  </a:cubicBezTo>
                  <a:cubicBezTo>
                    <a:pt x="282" y="617"/>
                    <a:pt x="363" y="647"/>
                    <a:pt x="443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4"/>
            <p:cNvSpPr/>
            <p:nvPr/>
          </p:nvSpPr>
          <p:spPr>
            <a:xfrm>
              <a:off x="4061788" y="4157224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4"/>
            <p:cNvSpPr/>
            <p:nvPr/>
          </p:nvSpPr>
          <p:spPr>
            <a:xfrm>
              <a:off x="4137491" y="4157224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7" y="647"/>
                    <a:pt x="758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4"/>
            <p:cNvSpPr/>
            <p:nvPr/>
          </p:nvSpPr>
          <p:spPr>
            <a:xfrm>
              <a:off x="4213162" y="4157224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9" name="Google Shape;2449;p34"/>
          <p:cNvSpPr/>
          <p:nvPr/>
        </p:nvSpPr>
        <p:spPr>
          <a:xfrm>
            <a:off x="8197796" y="-8"/>
            <a:ext cx="719361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34"/>
          <p:cNvSpPr/>
          <p:nvPr/>
        </p:nvSpPr>
        <p:spPr>
          <a:xfrm>
            <a:off x="6273086" y="808191"/>
            <a:ext cx="2870924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AND_BODY_1_2_1_1"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p35"/>
          <p:cNvSpPr/>
          <p:nvPr/>
        </p:nvSpPr>
        <p:spPr>
          <a:xfrm>
            <a:off x="-50850" y="806921"/>
            <a:ext cx="2382206" cy="355854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35"/>
          <p:cNvSpPr/>
          <p:nvPr/>
        </p:nvSpPr>
        <p:spPr>
          <a:xfrm>
            <a:off x="941100" y="1166275"/>
            <a:ext cx="4692000" cy="397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35"/>
          <p:cNvSpPr/>
          <p:nvPr/>
        </p:nvSpPr>
        <p:spPr>
          <a:xfrm>
            <a:off x="772354" y="3527328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rgbClr val="E73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55" name="Google Shape;2455;p35"/>
          <p:cNvCxnSpPr/>
          <p:nvPr/>
        </p:nvCxnSpPr>
        <p:spPr>
          <a:xfrm>
            <a:off x="939539" y="-219150"/>
            <a:ext cx="0" cy="391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6" name="Google Shape;2456;p35"/>
          <p:cNvSpPr/>
          <p:nvPr/>
        </p:nvSpPr>
        <p:spPr>
          <a:xfrm>
            <a:off x="627344" y="3367484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7" name="Google Shape;2457;p35"/>
          <p:cNvGrpSpPr/>
          <p:nvPr/>
        </p:nvGrpSpPr>
        <p:grpSpPr>
          <a:xfrm>
            <a:off x="192633" y="141941"/>
            <a:ext cx="555940" cy="467056"/>
            <a:chOff x="1655600" y="1342675"/>
            <a:chExt cx="415625" cy="349175"/>
          </a:xfrm>
        </p:grpSpPr>
        <p:sp>
          <p:nvSpPr>
            <p:cNvPr id="2458" name="Google Shape;2458;p35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35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35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35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35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35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35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35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35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35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35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35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35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35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35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35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35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35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35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35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35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35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5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5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5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5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5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5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5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5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5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5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35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5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5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5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35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35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5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5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35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35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35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35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35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35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35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35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35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35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35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35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35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35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35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35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35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35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35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35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35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35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35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35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2" name="Google Shape;2522;p35"/>
          <p:cNvSpPr txBox="1"/>
          <p:nvPr>
            <p:ph type="title"/>
          </p:nvPr>
        </p:nvSpPr>
        <p:spPr>
          <a:xfrm>
            <a:off x="5769900" y="1481328"/>
            <a:ext cx="1725000" cy="1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23" name="Google Shape;2523;p35"/>
          <p:cNvSpPr txBox="1"/>
          <p:nvPr>
            <p:ph idx="1" type="subTitle"/>
          </p:nvPr>
        </p:nvSpPr>
        <p:spPr>
          <a:xfrm>
            <a:off x="5769900" y="2852928"/>
            <a:ext cx="2670000" cy="135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ITLE_AND_BODY_1_1"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36"/>
          <p:cNvSpPr/>
          <p:nvPr/>
        </p:nvSpPr>
        <p:spPr>
          <a:xfrm>
            <a:off x="491012" y="539500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6" name="Google Shape;2526;p36"/>
          <p:cNvSpPr txBox="1"/>
          <p:nvPr>
            <p:ph type="title"/>
          </p:nvPr>
        </p:nvSpPr>
        <p:spPr>
          <a:xfrm>
            <a:off x="1153801" y="554351"/>
            <a:ext cx="3465000" cy="12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7500"/>
            </a:lvl1pPr>
            <a:lvl2pPr lvl="1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527" name="Google Shape;2527;p36"/>
          <p:cNvSpPr txBox="1"/>
          <p:nvPr>
            <p:ph idx="1" type="subTitle"/>
          </p:nvPr>
        </p:nvSpPr>
        <p:spPr>
          <a:xfrm>
            <a:off x="1143900" y="2248050"/>
            <a:ext cx="2541000" cy="14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8" name="Google Shape;2528;p36"/>
          <p:cNvSpPr txBox="1"/>
          <p:nvPr/>
        </p:nvSpPr>
        <p:spPr>
          <a:xfrm>
            <a:off x="1143900" y="3435275"/>
            <a:ext cx="2848200" cy="117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rPr>
              <a:t>, and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Hind"/>
                <a:ea typeface="Hind"/>
                <a:cs typeface="Hind"/>
                <a:sym typeface="Hi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Hind"/>
              <a:ea typeface="Hind"/>
              <a:cs typeface="Hind"/>
              <a:sym typeface="Hind"/>
            </a:endParaRPr>
          </a:p>
        </p:txBody>
      </p:sp>
      <p:grpSp>
        <p:nvGrpSpPr>
          <p:cNvPr id="2529" name="Google Shape;2529;p36"/>
          <p:cNvGrpSpPr/>
          <p:nvPr/>
        </p:nvGrpSpPr>
        <p:grpSpPr>
          <a:xfrm>
            <a:off x="8320540" y="3021796"/>
            <a:ext cx="823460" cy="1680594"/>
            <a:chOff x="6699040" y="2206846"/>
            <a:chExt cx="823460" cy="1680594"/>
          </a:xfrm>
        </p:grpSpPr>
        <p:sp>
          <p:nvSpPr>
            <p:cNvPr id="2530" name="Google Shape;2530;p36"/>
            <p:cNvSpPr/>
            <p:nvPr/>
          </p:nvSpPr>
          <p:spPr>
            <a:xfrm>
              <a:off x="6699040" y="2206846"/>
              <a:ext cx="823460" cy="1680594"/>
            </a:xfrm>
            <a:custGeom>
              <a:rect b="b" l="l" r="r" t="t"/>
              <a:pathLst>
                <a:path extrusionOk="0" h="50257" w="24625">
                  <a:moveTo>
                    <a:pt x="24625" y="1"/>
                  </a:moveTo>
                  <a:cubicBezTo>
                    <a:pt x="11055" y="372"/>
                    <a:pt x="0" y="11463"/>
                    <a:pt x="0" y="25129"/>
                  </a:cubicBezTo>
                  <a:cubicBezTo>
                    <a:pt x="0" y="38795"/>
                    <a:pt x="11055" y="49885"/>
                    <a:pt x="24625" y="50257"/>
                  </a:cubicBezTo>
                  <a:lnTo>
                    <a:pt x="24625" y="37585"/>
                  </a:lnTo>
                  <a:lnTo>
                    <a:pt x="20014" y="26063"/>
                  </a:lnTo>
                  <a:lnTo>
                    <a:pt x="24625" y="12673"/>
                  </a:lnTo>
                  <a:lnTo>
                    <a:pt x="246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36"/>
            <p:cNvSpPr/>
            <p:nvPr/>
          </p:nvSpPr>
          <p:spPr>
            <a:xfrm>
              <a:off x="7109549" y="2630598"/>
              <a:ext cx="412951" cy="832689"/>
            </a:xfrm>
            <a:custGeom>
              <a:rect b="b" l="l" r="r" t="t"/>
              <a:pathLst>
                <a:path extrusionOk="0" h="24901" w="12349">
                  <a:moveTo>
                    <a:pt x="12349" y="1"/>
                  </a:moveTo>
                  <a:cubicBezTo>
                    <a:pt x="5594" y="144"/>
                    <a:pt x="1" y="5666"/>
                    <a:pt x="1" y="12445"/>
                  </a:cubicBezTo>
                  <a:cubicBezTo>
                    <a:pt x="1" y="19236"/>
                    <a:pt x="5594" y="24757"/>
                    <a:pt x="12349" y="24901"/>
                  </a:cubicBezTo>
                  <a:lnTo>
                    <a:pt x="123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2" name="Google Shape;2532;p36"/>
          <p:cNvSpPr/>
          <p:nvPr/>
        </p:nvSpPr>
        <p:spPr>
          <a:xfrm>
            <a:off x="480914" y="0"/>
            <a:ext cx="33" cy="1623713"/>
          </a:xfrm>
          <a:custGeom>
            <a:rect b="b" l="l" r="r" t="t"/>
            <a:pathLst>
              <a:path extrusionOk="0" fill="none" h="48556" w="1">
                <a:moveTo>
                  <a:pt x="0" y="0"/>
                </a:moveTo>
                <a:lnTo>
                  <a:pt x="0" y="48555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36"/>
          <p:cNvSpPr/>
          <p:nvPr/>
        </p:nvSpPr>
        <p:spPr>
          <a:xfrm>
            <a:off x="313490" y="1564803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36"/>
          <p:cNvSpPr/>
          <p:nvPr/>
        </p:nvSpPr>
        <p:spPr>
          <a:xfrm>
            <a:off x="1" y="280331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36"/>
          <p:cNvSpPr/>
          <p:nvPr/>
        </p:nvSpPr>
        <p:spPr>
          <a:xfrm rot="3104013">
            <a:off x="6877125" y="2788382"/>
            <a:ext cx="2163998" cy="1311314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6" name="Google Shape;2536;p36"/>
          <p:cNvSpPr/>
          <p:nvPr/>
        </p:nvSpPr>
        <p:spPr>
          <a:xfrm rot="3104013">
            <a:off x="6920048" y="2870246"/>
            <a:ext cx="624424" cy="624424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ist">
  <p:cSld name="TITLE_AND_BODY_2">
    <p:spTree>
      <p:nvGrpSpPr>
        <p:cNvPr id="2537" name="Shape 2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8" name="Google Shape;2538;p37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39" name="Google Shape;2539;p37"/>
          <p:cNvSpPr txBox="1"/>
          <p:nvPr>
            <p:ph idx="1" type="subTitle"/>
          </p:nvPr>
        </p:nvSpPr>
        <p:spPr>
          <a:xfrm>
            <a:off x="713225" y="1910549"/>
            <a:ext cx="3791700" cy="26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40" name="Google Shape;2540;p37"/>
          <p:cNvSpPr txBox="1"/>
          <p:nvPr>
            <p:ph idx="2" type="subTitle"/>
          </p:nvPr>
        </p:nvSpPr>
        <p:spPr>
          <a:xfrm>
            <a:off x="713225" y="1380744"/>
            <a:ext cx="18576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1" name="Google Shape;2541;p37"/>
          <p:cNvSpPr txBox="1"/>
          <p:nvPr>
            <p:ph idx="3" type="subTitle"/>
          </p:nvPr>
        </p:nvSpPr>
        <p:spPr>
          <a:xfrm>
            <a:off x="4598950" y="1380744"/>
            <a:ext cx="1857600" cy="6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Teko"/>
              <a:buNone/>
              <a:defRPr sz="28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2" name="Google Shape;2542;p37"/>
          <p:cNvSpPr txBox="1"/>
          <p:nvPr>
            <p:ph idx="4" type="subTitle"/>
          </p:nvPr>
        </p:nvSpPr>
        <p:spPr>
          <a:xfrm>
            <a:off x="4598950" y="1910550"/>
            <a:ext cx="3791700" cy="26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43" name="Google Shape;2543;p37"/>
          <p:cNvSpPr/>
          <p:nvPr/>
        </p:nvSpPr>
        <p:spPr>
          <a:xfrm>
            <a:off x="36421" y="1294373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37"/>
          <p:cNvSpPr/>
          <p:nvPr/>
        </p:nvSpPr>
        <p:spPr>
          <a:xfrm>
            <a:off x="5" y="-7582"/>
            <a:ext cx="136201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37"/>
          <p:cNvSpPr/>
          <p:nvPr/>
        </p:nvSpPr>
        <p:spPr>
          <a:xfrm>
            <a:off x="8201046" y="3542217"/>
            <a:ext cx="719361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6" name="Google Shape;2546;p37"/>
          <p:cNvSpPr/>
          <p:nvPr/>
        </p:nvSpPr>
        <p:spPr>
          <a:xfrm>
            <a:off x="6276286" y="4372691"/>
            <a:ext cx="2870924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7" name="Google Shape;2547;p37"/>
          <p:cNvGrpSpPr/>
          <p:nvPr/>
        </p:nvGrpSpPr>
        <p:grpSpPr>
          <a:xfrm>
            <a:off x="8406533" y="239654"/>
            <a:ext cx="555940" cy="467056"/>
            <a:chOff x="1655600" y="1342675"/>
            <a:chExt cx="415625" cy="349175"/>
          </a:xfrm>
        </p:grpSpPr>
        <p:sp>
          <p:nvSpPr>
            <p:cNvPr id="2548" name="Google Shape;2548;p37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7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7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7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7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7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7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7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7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7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7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7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7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7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7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37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37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37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37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37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37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37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37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37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37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37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37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37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37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37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37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37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37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37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37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37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37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7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7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7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7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7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7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7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7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7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7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7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7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7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7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7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7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7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7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7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7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7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7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7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7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7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7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7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AND_BODY_2_1"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38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ONE_COLUMN_TEXT_2"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5" name="Google Shape;2615;p39"/>
          <p:cNvCxnSpPr/>
          <p:nvPr/>
        </p:nvCxnSpPr>
        <p:spPr>
          <a:xfrm rot="10800000">
            <a:off x="8057675" y="1840400"/>
            <a:ext cx="0" cy="420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6" name="Google Shape;2616;p39"/>
          <p:cNvSpPr/>
          <p:nvPr/>
        </p:nvSpPr>
        <p:spPr>
          <a:xfrm>
            <a:off x="990474" y="1121063"/>
            <a:ext cx="719331" cy="719331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7" name="Google Shape;2617;p39"/>
          <p:cNvSpPr/>
          <p:nvPr/>
        </p:nvSpPr>
        <p:spPr>
          <a:xfrm>
            <a:off x="1128446" y="1278780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39"/>
          <p:cNvSpPr/>
          <p:nvPr/>
        </p:nvSpPr>
        <p:spPr>
          <a:xfrm>
            <a:off x="1571862" y="539500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39"/>
          <p:cNvSpPr/>
          <p:nvPr/>
        </p:nvSpPr>
        <p:spPr>
          <a:xfrm>
            <a:off x="8197846" y="3552992"/>
            <a:ext cx="719361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rgbClr val="0065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39"/>
          <p:cNvSpPr/>
          <p:nvPr/>
        </p:nvSpPr>
        <p:spPr>
          <a:xfrm>
            <a:off x="6273086" y="4361191"/>
            <a:ext cx="2870924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1" name="Google Shape;2621;p39"/>
          <p:cNvGrpSpPr/>
          <p:nvPr/>
        </p:nvGrpSpPr>
        <p:grpSpPr>
          <a:xfrm>
            <a:off x="8279551" y="180541"/>
            <a:ext cx="555940" cy="467056"/>
            <a:chOff x="1655600" y="1342675"/>
            <a:chExt cx="415625" cy="349175"/>
          </a:xfrm>
        </p:grpSpPr>
        <p:sp>
          <p:nvSpPr>
            <p:cNvPr id="2622" name="Google Shape;2622;p39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9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9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9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9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9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9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9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9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9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9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9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9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9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9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9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9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9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9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9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9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9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9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9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9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9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39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39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39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9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9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9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9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9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9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9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9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9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39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39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39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39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39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39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39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39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39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39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9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9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9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9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9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9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9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9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9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9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9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9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9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9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9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9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rgbClr val="E6D4A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6" name="Google Shape;2686;p39"/>
          <p:cNvSpPr/>
          <p:nvPr/>
        </p:nvSpPr>
        <p:spPr>
          <a:xfrm>
            <a:off x="1435650" y="3"/>
            <a:ext cx="136201" cy="2879229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rgbClr val="E738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39"/>
          <p:cNvSpPr/>
          <p:nvPr/>
        </p:nvSpPr>
        <p:spPr>
          <a:xfrm>
            <a:off x="0" y="1432096"/>
            <a:ext cx="1435658" cy="859963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MAIN_POINT_1">
    <p:spTree>
      <p:nvGrpSpPr>
        <p:cNvPr id="2688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9" name="Google Shape;2689;p40"/>
          <p:cNvSpPr/>
          <p:nvPr/>
        </p:nvSpPr>
        <p:spPr>
          <a:xfrm>
            <a:off x="713237" y="539500"/>
            <a:ext cx="49341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40"/>
          <p:cNvSpPr/>
          <p:nvPr/>
        </p:nvSpPr>
        <p:spPr>
          <a:xfrm>
            <a:off x="5683746" y="1223255"/>
            <a:ext cx="443414" cy="403922"/>
          </a:xfrm>
          <a:custGeom>
            <a:rect b="b" l="l" r="r" t="t"/>
            <a:pathLst>
              <a:path extrusionOk="0" h="12079" w="13260">
                <a:moveTo>
                  <a:pt x="6630" y="0"/>
                </a:moveTo>
                <a:cubicBezTo>
                  <a:pt x="5085" y="0"/>
                  <a:pt x="3540" y="590"/>
                  <a:pt x="2360" y="1770"/>
                </a:cubicBezTo>
                <a:cubicBezTo>
                  <a:pt x="1" y="4129"/>
                  <a:pt x="1" y="7950"/>
                  <a:pt x="2360" y="10309"/>
                </a:cubicBezTo>
                <a:cubicBezTo>
                  <a:pt x="3540" y="11489"/>
                  <a:pt x="5085" y="12079"/>
                  <a:pt x="6630" y="12079"/>
                </a:cubicBezTo>
                <a:cubicBezTo>
                  <a:pt x="8175" y="12079"/>
                  <a:pt x="9720" y="11489"/>
                  <a:pt x="10900" y="10309"/>
                </a:cubicBezTo>
                <a:cubicBezTo>
                  <a:pt x="13260" y="7950"/>
                  <a:pt x="13260" y="4129"/>
                  <a:pt x="10900" y="1770"/>
                </a:cubicBezTo>
                <a:cubicBezTo>
                  <a:pt x="9720" y="590"/>
                  <a:pt x="8175" y="0"/>
                  <a:pt x="66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40"/>
          <p:cNvSpPr/>
          <p:nvPr/>
        </p:nvSpPr>
        <p:spPr>
          <a:xfrm>
            <a:off x="5647330" y="0"/>
            <a:ext cx="136201" cy="2077493"/>
          </a:xfrm>
          <a:custGeom>
            <a:rect b="b" l="l" r="r" t="t"/>
            <a:pathLst>
              <a:path extrusionOk="0" h="62126" w="4073">
                <a:moveTo>
                  <a:pt x="0" y="0"/>
                </a:moveTo>
                <a:lnTo>
                  <a:pt x="0" y="62125"/>
                </a:lnTo>
                <a:lnTo>
                  <a:pt x="4072" y="62125"/>
                </a:lnTo>
                <a:lnTo>
                  <a:pt x="40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40"/>
          <p:cNvSpPr/>
          <p:nvPr/>
        </p:nvSpPr>
        <p:spPr>
          <a:xfrm flipH="1">
            <a:off x="7174094" y="2066784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40"/>
          <p:cNvSpPr/>
          <p:nvPr/>
        </p:nvSpPr>
        <p:spPr>
          <a:xfrm flipH="1">
            <a:off x="5783523" y="1361877"/>
            <a:ext cx="2164003" cy="1311316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40"/>
          <p:cNvSpPr/>
          <p:nvPr/>
        </p:nvSpPr>
        <p:spPr>
          <a:xfrm>
            <a:off x="8137302" y="4443150"/>
            <a:ext cx="1046869" cy="165428"/>
          </a:xfrm>
          <a:custGeom>
            <a:rect b="b" l="l" r="r" t="t"/>
            <a:pathLst>
              <a:path extrusionOk="0" h="4947" w="21752">
                <a:moveTo>
                  <a:pt x="1" y="0"/>
                </a:moveTo>
                <a:lnTo>
                  <a:pt x="1" y="4947"/>
                </a:lnTo>
                <a:lnTo>
                  <a:pt x="21751" y="4947"/>
                </a:lnTo>
                <a:lnTo>
                  <a:pt x="2175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40"/>
          <p:cNvSpPr/>
          <p:nvPr/>
        </p:nvSpPr>
        <p:spPr>
          <a:xfrm>
            <a:off x="8251141" y="4488751"/>
            <a:ext cx="379343" cy="332360"/>
          </a:xfrm>
          <a:custGeom>
            <a:rect b="b" l="l" r="r" t="t"/>
            <a:pathLst>
              <a:path extrusionOk="0" h="9939" w="11344">
                <a:moveTo>
                  <a:pt x="5679" y="0"/>
                </a:moveTo>
                <a:cubicBezTo>
                  <a:pt x="4013" y="0"/>
                  <a:pt x="2386" y="838"/>
                  <a:pt x="1450" y="2351"/>
                </a:cubicBezTo>
                <a:cubicBezTo>
                  <a:pt x="1" y="4687"/>
                  <a:pt x="719" y="7753"/>
                  <a:pt x="3055" y="9190"/>
                </a:cubicBezTo>
                <a:cubicBezTo>
                  <a:pt x="3872" y="9697"/>
                  <a:pt x="4778" y="9939"/>
                  <a:pt x="5673" y="9939"/>
                </a:cubicBezTo>
                <a:cubicBezTo>
                  <a:pt x="7336" y="9939"/>
                  <a:pt x="8959" y="9104"/>
                  <a:pt x="9894" y="7585"/>
                </a:cubicBezTo>
                <a:cubicBezTo>
                  <a:pt x="11343" y="5250"/>
                  <a:pt x="10612" y="2183"/>
                  <a:pt x="8289" y="746"/>
                </a:cubicBezTo>
                <a:cubicBezTo>
                  <a:pt x="7474" y="241"/>
                  <a:pt x="6571" y="0"/>
                  <a:pt x="567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96" name="Google Shape;2696;p40"/>
          <p:cNvGrpSpPr/>
          <p:nvPr/>
        </p:nvGrpSpPr>
        <p:grpSpPr>
          <a:xfrm>
            <a:off x="7883964" y="72854"/>
            <a:ext cx="555934" cy="466650"/>
            <a:chOff x="4723089" y="2279829"/>
            <a:chExt cx="555934" cy="466650"/>
          </a:xfrm>
        </p:grpSpPr>
        <p:sp>
          <p:nvSpPr>
            <p:cNvPr id="2697" name="Google Shape;2697;p40"/>
            <p:cNvSpPr/>
            <p:nvPr/>
          </p:nvSpPr>
          <p:spPr>
            <a:xfrm>
              <a:off x="472308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40"/>
            <p:cNvSpPr/>
            <p:nvPr/>
          </p:nvSpPr>
          <p:spPr>
            <a:xfrm>
              <a:off x="4798797" y="2279829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40"/>
            <p:cNvSpPr/>
            <p:nvPr/>
          </p:nvSpPr>
          <p:spPr>
            <a:xfrm>
              <a:off x="4874471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40"/>
            <p:cNvSpPr/>
            <p:nvPr/>
          </p:nvSpPr>
          <p:spPr>
            <a:xfrm>
              <a:off x="4950579" y="2279829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40"/>
            <p:cNvSpPr/>
            <p:nvPr/>
          </p:nvSpPr>
          <p:spPr>
            <a:xfrm>
              <a:off x="5026287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40"/>
            <p:cNvSpPr/>
            <p:nvPr/>
          </p:nvSpPr>
          <p:spPr>
            <a:xfrm>
              <a:off x="5101960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40"/>
            <p:cNvSpPr/>
            <p:nvPr/>
          </p:nvSpPr>
          <p:spPr>
            <a:xfrm>
              <a:off x="5177668" y="2279829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40"/>
            <p:cNvSpPr/>
            <p:nvPr/>
          </p:nvSpPr>
          <p:spPr>
            <a:xfrm>
              <a:off x="5253776" y="2279829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40"/>
            <p:cNvSpPr/>
            <p:nvPr/>
          </p:nvSpPr>
          <p:spPr>
            <a:xfrm>
              <a:off x="472308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40"/>
            <p:cNvSpPr/>
            <p:nvPr/>
          </p:nvSpPr>
          <p:spPr>
            <a:xfrm>
              <a:off x="4798797" y="234353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40"/>
            <p:cNvSpPr/>
            <p:nvPr/>
          </p:nvSpPr>
          <p:spPr>
            <a:xfrm>
              <a:off x="4874471" y="234353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57" y="0"/>
                    <a:pt x="1" y="348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4"/>
                  </a:cubicBezTo>
                  <a:cubicBezTo>
                    <a:pt x="755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40"/>
            <p:cNvSpPr/>
            <p:nvPr/>
          </p:nvSpPr>
          <p:spPr>
            <a:xfrm>
              <a:off x="4950579" y="234353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40"/>
            <p:cNvSpPr/>
            <p:nvPr/>
          </p:nvSpPr>
          <p:spPr>
            <a:xfrm>
              <a:off x="5026287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40"/>
            <p:cNvSpPr/>
            <p:nvPr/>
          </p:nvSpPr>
          <p:spPr>
            <a:xfrm>
              <a:off x="5101960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32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40"/>
            <p:cNvSpPr/>
            <p:nvPr/>
          </p:nvSpPr>
          <p:spPr>
            <a:xfrm>
              <a:off x="5177668" y="234353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4" y="617"/>
                    <a:pt x="358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40"/>
            <p:cNvSpPr/>
            <p:nvPr/>
          </p:nvSpPr>
          <p:spPr>
            <a:xfrm>
              <a:off x="5253776" y="234353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40"/>
            <p:cNvSpPr/>
            <p:nvPr/>
          </p:nvSpPr>
          <p:spPr>
            <a:xfrm>
              <a:off x="472670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40"/>
            <p:cNvSpPr/>
            <p:nvPr/>
          </p:nvSpPr>
          <p:spPr>
            <a:xfrm>
              <a:off x="4798797" y="2406799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2" y="659"/>
                    <a:pt x="433" y="659"/>
                  </a:cubicBezTo>
                  <a:cubicBezTo>
                    <a:pt x="602" y="659"/>
                    <a:pt x="767" y="530"/>
                    <a:pt x="767" y="336"/>
                  </a:cubicBezTo>
                  <a:cubicBezTo>
                    <a:pt x="767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40"/>
            <p:cNvSpPr/>
            <p:nvPr/>
          </p:nvSpPr>
          <p:spPr>
            <a:xfrm>
              <a:off x="4874471" y="2406799"/>
              <a:ext cx="25682" cy="22037"/>
            </a:xfrm>
            <a:custGeom>
              <a:rect b="b" l="l" r="r" t="t"/>
              <a:pathLst>
                <a:path extrusionOk="0" h="659" w="768">
                  <a:moveTo>
                    <a:pt x="444" y="1"/>
                  </a:moveTo>
                  <a:cubicBezTo>
                    <a:pt x="145" y="1"/>
                    <a:pt x="1" y="348"/>
                    <a:pt x="204" y="564"/>
                  </a:cubicBezTo>
                  <a:cubicBezTo>
                    <a:pt x="270" y="629"/>
                    <a:pt x="353" y="659"/>
                    <a:pt x="434" y="659"/>
                  </a:cubicBezTo>
                  <a:cubicBezTo>
                    <a:pt x="603" y="659"/>
                    <a:pt x="767" y="530"/>
                    <a:pt x="767" y="336"/>
                  </a:cubicBezTo>
                  <a:cubicBezTo>
                    <a:pt x="767" y="156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40"/>
            <p:cNvSpPr/>
            <p:nvPr/>
          </p:nvSpPr>
          <p:spPr>
            <a:xfrm>
              <a:off x="495419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40"/>
            <p:cNvSpPr/>
            <p:nvPr/>
          </p:nvSpPr>
          <p:spPr>
            <a:xfrm>
              <a:off x="5026287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40"/>
            <p:cNvSpPr/>
            <p:nvPr/>
          </p:nvSpPr>
          <p:spPr>
            <a:xfrm>
              <a:off x="5105572" y="240679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24"/>
                  </a:cubicBezTo>
                  <a:cubicBezTo>
                    <a:pt x="1" y="504"/>
                    <a:pt x="144" y="659"/>
                    <a:pt x="324" y="659"/>
                  </a:cubicBezTo>
                  <a:cubicBezTo>
                    <a:pt x="504" y="659"/>
                    <a:pt x="659" y="504"/>
                    <a:pt x="659" y="324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40"/>
            <p:cNvSpPr/>
            <p:nvPr/>
          </p:nvSpPr>
          <p:spPr>
            <a:xfrm>
              <a:off x="5181681" y="240679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24"/>
                  </a:cubicBezTo>
                  <a:cubicBezTo>
                    <a:pt x="0" y="504"/>
                    <a:pt x="144" y="659"/>
                    <a:pt x="324" y="659"/>
                  </a:cubicBezTo>
                  <a:cubicBezTo>
                    <a:pt x="503" y="659"/>
                    <a:pt x="647" y="504"/>
                    <a:pt x="647" y="324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40"/>
            <p:cNvSpPr/>
            <p:nvPr/>
          </p:nvSpPr>
          <p:spPr>
            <a:xfrm>
              <a:off x="5253776" y="2406799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29"/>
                    <a:pt x="351" y="659"/>
                    <a:pt x="430" y="659"/>
                  </a:cubicBezTo>
                  <a:cubicBezTo>
                    <a:pt x="596" y="659"/>
                    <a:pt x="755" y="530"/>
                    <a:pt x="755" y="336"/>
                  </a:cubicBezTo>
                  <a:cubicBezTo>
                    <a:pt x="755" y="156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40"/>
            <p:cNvSpPr/>
            <p:nvPr/>
          </p:nvSpPr>
          <p:spPr>
            <a:xfrm>
              <a:off x="472308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40"/>
            <p:cNvSpPr/>
            <p:nvPr/>
          </p:nvSpPr>
          <p:spPr>
            <a:xfrm>
              <a:off x="4798797" y="2470468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40"/>
            <p:cNvSpPr/>
            <p:nvPr/>
          </p:nvSpPr>
          <p:spPr>
            <a:xfrm>
              <a:off x="4874471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24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40"/>
            <p:cNvSpPr/>
            <p:nvPr/>
          </p:nvSpPr>
          <p:spPr>
            <a:xfrm>
              <a:off x="4950579" y="2470468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40"/>
            <p:cNvSpPr/>
            <p:nvPr/>
          </p:nvSpPr>
          <p:spPr>
            <a:xfrm>
              <a:off x="5026287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40"/>
            <p:cNvSpPr/>
            <p:nvPr/>
          </p:nvSpPr>
          <p:spPr>
            <a:xfrm>
              <a:off x="5101960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32" y="1"/>
                  </a:moveTo>
                  <a:cubicBezTo>
                    <a:pt x="145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40"/>
            <p:cNvSpPr/>
            <p:nvPr/>
          </p:nvSpPr>
          <p:spPr>
            <a:xfrm>
              <a:off x="5177668" y="2470468"/>
              <a:ext cx="25682" cy="21669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4" y="618"/>
                    <a:pt x="358" y="647"/>
                    <a:pt x="439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40"/>
            <p:cNvSpPr/>
            <p:nvPr/>
          </p:nvSpPr>
          <p:spPr>
            <a:xfrm>
              <a:off x="5253776" y="2470468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40"/>
            <p:cNvSpPr/>
            <p:nvPr/>
          </p:nvSpPr>
          <p:spPr>
            <a:xfrm>
              <a:off x="472670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40"/>
            <p:cNvSpPr/>
            <p:nvPr/>
          </p:nvSpPr>
          <p:spPr>
            <a:xfrm>
              <a:off x="4798797" y="253417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40"/>
            <p:cNvSpPr/>
            <p:nvPr/>
          </p:nvSpPr>
          <p:spPr>
            <a:xfrm>
              <a:off x="4874471" y="2534171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40"/>
            <p:cNvSpPr/>
            <p:nvPr/>
          </p:nvSpPr>
          <p:spPr>
            <a:xfrm>
              <a:off x="495419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40"/>
            <p:cNvSpPr/>
            <p:nvPr/>
          </p:nvSpPr>
          <p:spPr>
            <a:xfrm>
              <a:off x="5026287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40"/>
            <p:cNvSpPr/>
            <p:nvPr/>
          </p:nvSpPr>
          <p:spPr>
            <a:xfrm>
              <a:off x="5105572" y="2534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40"/>
            <p:cNvSpPr/>
            <p:nvPr/>
          </p:nvSpPr>
          <p:spPr>
            <a:xfrm>
              <a:off x="5181681" y="2534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40"/>
            <p:cNvSpPr/>
            <p:nvPr/>
          </p:nvSpPr>
          <p:spPr>
            <a:xfrm>
              <a:off x="5253776" y="253417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40"/>
            <p:cNvSpPr/>
            <p:nvPr/>
          </p:nvSpPr>
          <p:spPr>
            <a:xfrm>
              <a:off x="472670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40"/>
            <p:cNvSpPr/>
            <p:nvPr/>
          </p:nvSpPr>
          <p:spPr>
            <a:xfrm>
              <a:off x="4798797" y="2597840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40"/>
            <p:cNvSpPr/>
            <p:nvPr/>
          </p:nvSpPr>
          <p:spPr>
            <a:xfrm>
              <a:off x="4874604" y="2597840"/>
              <a:ext cx="25548" cy="21669"/>
            </a:xfrm>
            <a:custGeom>
              <a:rect b="b" l="l" r="r" t="t"/>
              <a:pathLst>
                <a:path extrusionOk="0" h="648" w="764">
                  <a:moveTo>
                    <a:pt x="459" y="0"/>
                  </a:moveTo>
                  <a:cubicBezTo>
                    <a:pt x="453" y="0"/>
                    <a:pt x="447" y="0"/>
                    <a:pt x="440" y="1"/>
                  </a:cubicBezTo>
                  <a:cubicBezTo>
                    <a:pt x="435" y="0"/>
                    <a:pt x="430" y="0"/>
                    <a:pt x="425" y="0"/>
                  </a:cubicBezTo>
                  <a:cubicBezTo>
                    <a:pt x="136" y="0"/>
                    <a:pt x="0" y="351"/>
                    <a:pt x="200" y="552"/>
                  </a:cubicBezTo>
                  <a:cubicBezTo>
                    <a:pt x="266" y="618"/>
                    <a:pt x="349" y="647"/>
                    <a:pt x="430" y="647"/>
                  </a:cubicBezTo>
                  <a:cubicBezTo>
                    <a:pt x="599" y="647"/>
                    <a:pt x="763" y="518"/>
                    <a:pt x="763" y="324"/>
                  </a:cubicBezTo>
                  <a:cubicBezTo>
                    <a:pt x="763" y="151"/>
                    <a:pt x="630" y="0"/>
                    <a:pt x="4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40"/>
            <p:cNvSpPr/>
            <p:nvPr/>
          </p:nvSpPr>
          <p:spPr>
            <a:xfrm>
              <a:off x="495419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40"/>
            <p:cNvSpPr/>
            <p:nvPr/>
          </p:nvSpPr>
          <p:spPr>
            <a:xfrm>
              <a:off x="5026287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40"/>
            <p:cNvSpPr/>
            <p:nvPr/>
          </p:nvSpPr>
          <p:spPr>
            <a:xfrm>
              <a:off x="5105572" y="2597439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24" y="1"/>
                  </a:moveTo>
                  <a:cubicBezTo>
                    <a:pt x="144" y="1"/>
                    <a:pt x="1" y="156"/>
                    <a:pt x="1" y="336"/>
                  </a:cubicBezTo>
                  <a:cubicBezTo>
                    <a:pt x="1" y="516"/>
                    <a:pt x="144" y="659"/>
                    <a:pt x="324" y="659"/>
                  </a:cubicBezTo>
                  <a:cubicBezTo>
                    <a:pt x="504" y="659"/>
                    <a:pt x="659" y="516"/>
                    <a:pt x="659" y="336"/>
                  </a:cubicBezTo>
                  <a:cubicBezTo>
                    <a:pt x="659" y="156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40"/>
            <p:cNvSpPr/>
            <p:nvPr/>
          </p:nvSpPr>
          <p:spPr>
            <a:xfrm>
              <a:off x="5181681" y="2597439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4" y="1"/>
                    <a:pt x="0" y="156"/>
                    <a:pt x="0" y="336"/>
                  </a:cubicBezTo>
                  <a:cubicBezTo>
                    <a:pt x="0" y="516"/>
                    <a:pt x="144" y="659"/>
                    <a:pt x="324" y="659"/>
                  </a:cubicBezTo>
                  <a:cubicBezTo>
                    <a:pt x="503" y="659"/>
                    <a:pt x="647" y="516"/>
                    <a:pt x="647" y="336"/>
                  </a:cubicBezTo>
                  <a:cubicBezTo>
                    <a:pt x="647" y="156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40"/>
            <p:cNvSpPr/>
            <p:nvPr/>
          </p:nvSpPr>
          <p:spPr>
            <a:xfrm>
              <a:off x="5253776" y="2597840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40"/>
            <p:cNvSpPr/>
            <p:nvPr/>
          </p:nvSpPr>
          <p:spPr>
            <a:xfrm>
              <a:off x="472308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40"/>
            <p:cNvSpPr/>
            <p:nvPr/>
          </p:nvSpPr>
          <p:spPr>
            <a:xfrm>
              <a:off x="4798797" y="266114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2" y="652"/>
                    <a:pt x="433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40"/>
            <p:cNvSpPr/>
            <p:nvPr/>
          </p:nvSpPr>
          <p:spPr>
            <a:xfrm>
              <a:off x="4874471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40"/>
            <p:cNvSpPr/>
            <p:nvPr/>
          </p:nvSpPr>
          <p:spPr>
            <a:xfrm>
              <a:off x="4950579" y="266114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40"/>
            <p:cNvSpPr/>
            <p:nvPr/>
          </p:nvSpPr>
          <p:spPr>
            <a:xfrm>
              <a:off x="5026287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40"/>
            <p:cNvSpPr/>
            <p:nvPr/>
          </p:nvSpPr>
          <p:spPr>
            <a:xfrm>
              <a:off x="5101960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32" y="0"/>
                  </a:moveTo>
                  <a:cubicBezTo>
                    <a:pt x="145" y="0"/>
                    <a:pt x="1" y="347"/>
                    <a:pt x="204" y="551"/>
                  </a:cubicBezTo>
                  <a:cubicBezTo>
                    <a:pt x="271" y="621"/>
                    <a:pt x="353" y="652"/>
                    <a:pt x="434" y="652"/>
                  </a:cubicBezTo>
                  <a:cubicBezTo>
                    <a:pt x="603" y="652"/>
                    <a:pt x="767" y="518"/>
                    <a:pt x="767" y="323"/>
                  </a:cubicBezTo>
                  <a:cubicBezTo>
                    <a:pt x="767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40"/>
            <p:cNvSpPr/>
            <p:nvPr/>
          </p:nvSpPr>
          <p:spPr>
            <a:xfrm>
              <a:off x="5177668" y="2661141"/>
              <a:ext cx="25682" cy="21803"/>
            </a:xfrm>
            <a:custGeom>
              <a:rect b="b" l="l" r="r" t="t"/>
              <a:pathLst>
                <a:path extrusionOk="0" h="652" w="768">
                  <a:moveTo>
                    <a:pt x="444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40"/>
            <p:cNvSpPr/>
            <p:nvPr/>
          </p:nvSpPr>
          <p:spPr>
            <a:xfrm>
              <a:off x="5253776" y="266114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3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40"/>
            <p:cNvSpPr/>
            <p:nvPr/>
          </p:nvSpPr>
          <p:spPr>
            <a:xfrm>
              <a:off x="472670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40"/>
            <p:cNvSpPr/>
            <p:nvPr/>
          </p:nvSpPr>
          <p:spPr>
            <a:xfrm>
              <a:off x="4798797" y="272481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40"/>
            <p:cNvSpPr/>
            <p:nvPr/>
          </p:nvSpPr>
          <p:spPr>
            <a:xfrm>
              <a:off x="4874471" y="2724810"/>
              <a:ext cx="25682" cy="21636"/>
            </a:xfrm>
            <a:custGeom>
              <a:rect b="b" l="l" r="r" t="t"/>
              <a:pathLst>
                <a:path extrusionOk="0" h="647" w="768">
                  <a:moveTo>
                    <a:pt x="444" y="0"/>
                  </a:moveTo>
                  <a:cubicBezTo>
                    <a:pt x="145" y="0"/>
                    <a:pt x="1" y="348"/>
                    <a:pt x="204" y="551"/>
                  </a:cubicBezTo>
                  <a:cubicBezTo>
                    <a:pt x="270" y="617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24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40"/>
            <p:cNvSpPr/>
            <p:nvPr/>
          </p:nvSpPr>
          <p:spPr>
            <a:xfrm>
              <a:off x="495419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40"/>
            <p:cNvSpPr/>
            <p:nvPr/>
          </p:nvSpPr>
          <p:spPr>
            <a:xfrm>
              <a:off x="5026287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40"/>
            <p:cNvSpPr/>
            <p:nvPr/>
          </p:nvSpPr>
          <p:spPr>
            <a:xfrm>
              <a:off x="5105572" y="272481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24" y="0"/>
                  </a:moveTo>
                  <a:cubicBezTo>
                    <a:pt x="144" y="0"/>
                    <a:pt x="1" y="144"/>
                    <a:pt x="1" y="324"/>
                  </a:cubicBezTo>
                  <a:cubicBezTo>
                    <a:pt x="1" y="503"/>
                    <a:pt x="144" y="647"/>
                    <a:pt x="324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40"/>
            <p:cNvSpPr/>
            <p:nvPr/>
          </p:nvSpPr>
          <p:spPr>
            <a:xfrm>
              <a:off x="5181681" y="272481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40"/>
            <p:cNvSpPr/>
            <p:nvPr/>
          </p:nvSpPr>
          <p:spPr>
            <a:xfrm>
              <a:off x="5253776" y="272481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1" name="Google Shape;2761;p40"/>
          <p:cNvSpPr/>
          <p:nvPr/>
        </p:nvSpPr>
        <p:spPr>
          <a:xfrm flipH="1">
            <a:off x="8523952" y="0"/>
            <a:ext cx="620011" cy="890373"/>
          </a:xfrm>
          <a:custGeom>
            <a:rect b="b" l="l" r="r" t="t"/>
            <a:pathLst>
              <a:path extrusionOk="0" h="26626" w="18541">
                <a:moveTo>
                  <a:pt x="0" y="0"/>
                </a:moveTo>
                <a:lnTo>
                  <a:pt x="0" y="26625"/>
                </a:lnTo>
                <a:lnTo>
                  <a:pt x="12624" y="26625"/>
                </a:lnTo>
                <a:cubicBezTo>
                  <a:pt x="15894" y="26625"/>
                  <a:pt x="18541" y="23966"/>
                  <a:pt x="18541" y="20708"/>
                </a:cubicBezTo>
                <a:lnTo>
                  <a:pt x="1854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IG_NUMBER_1">
    <p:spTree>
      <p:nvGrpSpPr>
        <p:cNvPr id="2762" name="Shape 2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Google Shape;2763;p41"/>
          <p:cNvSpPr/>
          <p:nvPr/>
        </p:nvSpPr>
        <p:spPr>
          <a:xfrm flipH="1">
            <a:off x="353540" y="-8"/>
            <a:ext cx="719361" cy="1601274"/>
          </a:xfrm>
          <a:custGeom>
            <a:rect b="b" l="l" r="r" t="t"/>
            <a:pathLst>
              <a:path extrusionOk="0" h="47885" w="21512">
                <a:moveTo>
                  <a:pt x="1" y="0"/>
                </a:moveTo>
                <a:lnTo>
                  <a:pt x="1" y="47885"/>
                </a:lnTo>
                <a:lnTo>
                  <a:pt x="21512" y="47885"/>
                </a:lnTo>
                <a:lnTo>
                  <a:pt x="2151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4" name="Google Shape;2764;p41"/>
          <p:cNvSpPr/>
          <p:nvPr/>
        </p:nvSpPr>
        <p:spPr>
          <a:xfrm>
            <a:off x="710575" y="577400"/>
            <a:ext cx="7726800" cy="406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41"/>
          <p:cNvSpPr/>
          <p:nvPr/>
        </p:nvSpPr>
        <p:spPr>
          <a:xfrm>
            <a:off x="8205859" y="2471374"/>
            <a:ext cx="498289" cy="498657"/>
          </a:xfrm>
          <a:custGeom>
            <a:rect b="b" l="l" r="r" t="t"/>
            <a:pathLst>
              <a:path extrusionOk="0" h="14912" w="14901">
                <a:moveTo>
                  <a:pt x="1" y="0"/>
                </a:moveTo>
                <a:lnTo>
                  <a:pt x="1" y="14912"/>
                </a:lnTo>
                <a:lnTo>
                  <a:pt x="14900" y="14912"/>
                </a:lnTo>
                <a:lnTo>
                  <a:pt x="14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6" name="Google Shape;2766;p41"/>
          <p:cNvGrpSpPr/>
          <p:nvPr/>
        </p:nvGrpSpPr>
        <p:grpSpPr>
          <a:xfrm>
            <a:off x="8588102" y="1765696"/>
            <a:ext cx="555909" cy="466998"/>
            <a:chOff x="2288402" y="2491171"/>
            <a:chExt cx="555909" cy="466998"/>
          </a:xfrm>
        </p:grpSpPr>
        <p:sp>
          <p:nvSpPr>
            <p:cNvPr id="2767" name="Google Shape;2767;p41"/>
            <p:cNvSpPr/>
            <p:nvPr/>
          </p:nvSpPr>
          <p:spPr>
            <a:xfrm>
              <a:off x="2288402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41"/>
            <p:cNvSpPr/>
            <p:nvPr/>
          </p:nvSpPr>
          <p:spPr>
            <a:xfrm>
              <a:off x="2368118" y="2491171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41"/>
            <p:cNvSpPr/>
            <p:nvPr/>
          </p:nvSpPr>
          <p:spPr>
            <a:xfrm>
              <a:off x="2443788" y="2491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41"/>
            <p:cNvSpPr/>
            <p:nvPr/>
          </p:nvSpPr>
          <p:spPr>
            <a:xfrm>
              <a:off x="2515881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41"/>
            <p:cNvSpPr/>
            <p:nvPr/>
          </p:nvSpPr>
          <p:spPr>
            <a:xfrm>
              <a:off x="2591585" y="2491171"/>
              <a:ext cx="25648" cy="21970"/>
            </a:xfrm>
            <a:custGeom>
              <a:rect b="b" l="l" r="r" t="t"/>
              <a:pathLst>
                <a:path extrusionOk="0" h="657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68" y="628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41"/>
            <p:cNvSpPr/>
            <p:nvPr/>
          </p:nvSpPr>
          <p:spPr>
            <a:xfrm>
              <a:off x="2670866" y="2491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41"/>
            <p:cNvSpPr/>
            <p:nvPr/>
          </p:nvSpPr>
          <p:spPr>
            <a:xfrm>
              <a:off x="2743360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41"/>
            <p:cNvSpPr/>
            <p:nvPr/>
          </p:nvSpPr>
          <p:spPr>
            <a:xfrm>
              <a:off x="2819063" y="249117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41"/>
            <p:cNvSpPr/>
            <p:nvPr/>
          </p:nvSpPr>
          <p:spPr>
            <a:xfrm>
              <a:off x="2288402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41"/>
            <p:cNvSpPr/>
            <p:nvPr/>
          </p:nvSpPr>
          <p:spPr>
            <a:xfrm>
              <a:off x="2364106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41"/>
            <p:cNvSpPr/>
            <p:nvPr/>
          </p:nvSpPr>
          <p:spPr>
            <a:xfrm>
              <a:off x="2440211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41"/>
            <p:cNvSpPr/>
            <p:nvPr/>
          </p:nvSpPr>
          <p:spPr>
            <a:xfrm>
              <a:off x="2515881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41"/>
            <p:cNvSpPr/>
            <p:nvPr/>
          </p:nvSpPr>
          <p:spPr>
            <a:xfrm>
              <a:off x="2591585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59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41"/>
            <p:cNvSpPr/>
            <p:nvPr/>
          </p:nvSpPr>
          <p:spPr>
            <a:xfrm>
              <a:off x="2667288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41"/>
            <p:cNvSpPr/>
            <p:nvPr/>
          </p:nvSpPr>
          <p:spPr>
            <a:xfrm>
              <a:off x="2743360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41"/>
            <p:cNvSpPr/>
            <p:nvPr/>
          </p:nvSpPr>
          <p:spPr>
            <a:xfrm>
              <a:off x="2819063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41"/>
            <p:cNvSpPr/>
            <p:nvPr/>
          </p:nvSpPr>
          <p:spPr>
            <a:xfrm>
              <a:off x="2288402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41"/>
            <p:cNvSpPr/>
            <p:nvPr/>
          </p:nvSpPr>
          <p:spPr>
            <a:xfrm>
              <a:off x="2368118" y="261853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41"/>
            <p:cNvSpPr/>
            <p:nvPr/>
          </p:nvSpPr>
          <p:spPr>
            <a:xfrm>
              <a:off x="2443788" y="261853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41"/>
            <p:cNvSpPr/>
            <p:nvPr/>
          </p:nvSpPr>
          <p:spPr>
            <a:xfrm>
              <a:off x="2515881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41"/>
            <p:cNvSpPr/>
            <p:nvPr/>
          </p:nvSpPr>
          <p:spPr>
            <a:xfrm>
              <a:off x="2591585" y="261853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41"/>
            <p:cNvSpPr/>
            <p:nvPr/>
          </p:nvSpPr>
          <p:spPr>
            <a:xfrm>
              <a:off x="2670866" y="261853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41"/>
            <p:cNvSpPr/>
            <p:nvPr/>
          </p:nvSpPr>
          <p:spPr>
            <a:xfrm>
              <a:off x="2743360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41"/>
            <p:cNvSpPr/>
            <p:nvPr/>
          </p:nvSpPr>
          <p:spPr>
            <a:xfrm>
              <a:off x="2819063" y="261853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41"/>
            <p:cNvSpPr/>
            <p:nvPr/>
          </p:nvSpPr>
          <p:spPr>
            <a:xfrm>
              <a:off x="2288402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41"/>
            <p:cNvSpPr/>
            <p:nvPr/>
          </p:nvSpPr>
          <p:spPr>
            <a:xfrm>
              <a:off x="2368118" y="2681801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4" y="1"/>
                  </a:moveTo>
                  <a:cubicBezTo>
                    <a:pt x="144" y="1"/>
                    <a:pt x="0" y="157"/>
                    <a:pt x="0" y="324"/>
                  </a:cubicBezTo>
                  <a:cubicBezTo>
                    <a:pt x="0" y="504"/>
                    <a:pt x="144" y="660"/>
                    <a:pt x="324" y="660"/>
                  </a:cubicBezTo>
                  <a:cubicBezTo>
                    <a:pt x="503" y="660"/>
                    <a:pt x="647" y="504"/>
                    <a:pt x="647" y="324"/>
                  </a:cubicBezTo>
                  <a:cubicBezTo>
                    <a:pt x="647" y="157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41"/>
            <p:cNvSpPr/>
            <p:nvPr/>
          </p:nvSpPr>
          <p:spPr>
            <a:xfrm>
              <a:off x="2443788" y="2681801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5" y="1"/>
                    <a:pt x="1" y="157"/>
                    <a:pt x="1" y="324"/>
                  </a:cubicBezTo>
                  <a:cubicBezTo>
                    <a:pt x="1" y="504"/>
                    <a:pt x="145" y="660"/>
                    <a:pt x="324" y="660"/>
                  </a:cubicBezTo>
                  <a:cubicBezTo>
                    <a:pt x="504" y="660"/>
                    <a:pt x="648" y="504"/>
                    <a:pt x="648" y="324"/>
                  </a:cubicBezTo>
                  <a:cubicBezTo>
                    <a:pt x="648" y="157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41"/>
            <p:cNvSpPr/>
            <p:nvPr/>
          </p:nvSpPr>
          <p:spPr>
            <a:xfrm>
              <a:off x="2515881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41"/>
            <p:cNvSpPr/>
            <p:nvPr/>
          </p:nvSpPr>
          <p:spPr>
            <a:xfrm>
              <a:off x="2591585" y="268180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7" y="659"/>
                    <a:pt x="759" y="531"/>
                    <a:pt x="767" y="336"/>
                  </a:cubicBezTo>
                  <a:cubicBezTo>
                    <a:pt x="767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41"/>
            <p:cNvSpPr/>
            <p:nvPr/>
          </p:nvSpPr>
          <p:spPr>
            <a:xfrm>
              <a:off x="2670866" y="2681801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36" y="1"/>
                  </a:moveTo>
                  <a:cubicBezTo>
                    <a:pt x="157" y="1"/>
                    <a:pt x="1" y="157"/>
                    <a:pt x="1" y="324"/>
                  </a:cubicBezTo>
                  <a:cubicBezTo>
                    <a:pt x="1" y="504"/>
                    <a:pt x="157" y="660"/>
                    <a:pt x="336" y="660"/>
                  </a:cubicBezTo>
                  <a:cubicBezTo>
                    <a:pt x="516" y="660"/>
                    <a:pt x="660" y="504"/>
                    <a:pt x="660" y="324"/>
                  </a:cubicBezTo>
                  <a:cubicBezTo>
                    <a:pt x="660" y="15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41"/>
            <p:cNvSpPr/>
            <p:nvPr/>
          </p:nvSpPr>
          <p:spPr>
            <a:xfrm>
              <a:off x="2743360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41"/>
            <p:cNvSpPr/>
            <p:nvPr/>
          </p:nvSpPr>
          <p:spPr>
            <a:xfrm>
              <a:off x="2819063" y="268180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41"/>
            <p:cNvSpPr/>
            <p:nvPr/>
          </p:nvSpPr>
          <p:spPr>
            <a:xfrm>
              <a:off x="2288402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41"/>
            <p:cNvSpPr/>
            <p:nvPr/>
          </p:nvSpPr>
          <p:spPr>
            <a:xfrm>
              <a:off x="2364106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41"/>
            <p:cNvSpPr/>
            <p:nvPr/>
          </p:nvSpPr>
          <p:spPr>
            <a:xfrm>
              <a:off x="2440211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41"/>
            <p:cNvSpPr/>
            <p:nvPr/>
          </p:nvSpPr>
          <p:spPr>
            <a:xfrm>
              <a:off x="2515881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41"/>
            <p:cNvSpPr/>
            <p:nvPr/>
          </p:nvSpPr>
          <p:spPr>
            <a:xfrm>
              <a:off x="2591585" y="2745501"/>
              <a:ext cx="25648" cy="21769"/>
            </a:xfrm>
            <a:custGeom>
              <a:rect b="b" l="l" r="r" t="t"/>
              <a:pathLst>
                <a:path extrusionOk="0" h="651" w="767">
                  <a:moveTo>
                    <a:pt x="432" y="0"/>
                  </a:moveTo>
                  <a:cubicBezTo>
                    <a:pt x="144" y="0"/>
                    <a:pt x="0" y="360"/>
                    <a:pt x="204" y="563"/>
                  </a:cubicBezTo>
                  <a:cubicBezTo>
                    <a:pt x="268" y="623"/>
                    <a:pt x="346" y="650"/>
                    <a:pt x="423" y="650"/>
                  </a:cubicBezTo>
                  <a:cubicBezTo>
                    <a:pt x="593" y="650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41"/>
            <p:cNvSpPr/>
            <p:nvPr/>
          </p:nvSpPr>
          <p:spPr>
            <a:xfrm>
              <a:off x="2667288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7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41"/>
            <p:cNvSpPr/>
            <p:nvPr/>
          </p:nvSpPr>
          <p:spPr>
            <a:xfrm>
              <a:off x="2743360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41"/>
            <p:cNvSpPr/>
            <p:nvPr/>
          </p:nvSpPr>
          <p:spPr>
            <a:xfrm>
              <a:off x="2819063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41"/>
            <p:cNvSpPr/>
            <p:nvPr/>
          </p:nvSpPr>
          <p:spPr>
            <a:xfrm>
              <a:off x="2288536" y="2809167"/>
              <a:ext cx="25548" cy="21636"/>
            </a:xfrm>
            <a:custGeom>
              <a:rect b="b" l="l" r="r" t="t"/>
              <a:pathLst>
                <a:path extrusionOk="0" h="647" w="764">
                  <a:moveTo>
                    <a:pt x="413" y="0"/>
                  </a:moveTo>
                  <a:cubicBezTo>
                    <a:pt x="136" y="0"/>
                    <a:pt x="0" y="340"/>
                    <a:pt x="200" y="552"/>
                  </a:cubicBezTo>
                  <a:cubicBezTo>
                    <a:pt x="266" y="617"/>
                    <a:pt x="347" y="647"/>
                    <a:pt x="427" y="647"/>
                  </a:cubicBezTo>
                  <a:cubicBezTo>
                    <a:pt x="592" y="647"/>
                    <a:pt x="751" y="518"/>
                    <a:pt x="751" y="324"/>
                  </a:cubicBezTo>
                  <a:cubicBezTo>
                    <a:pt x="763" y="144"/>
                    <a:pt x="608" y="1"/>
                    <a:pt x="428" y="1"/>
                  </a:cubicBezTo>
                  <a:cubicBezTo>
                    <a:pt x="423" y="0"/>
                    <a:pt x="418" y="0"/>
                    <a:pt x="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41"/>
            <p:cNvSpPr/>
            <p:nvPr/>
          </p:nvSpPr>
          <p:spPr>
            <a:xfrm>
              <a:off x="2368118" y="2809167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41"/>
            <p:cNvSpPr/>
            <p:nvPr/>
          </p:nvSpPr>
          <p:spPr>
            <a:xfrm>
              <a:off x="2443788" y="2809167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41"/>
            <p:cNvSpPr/>
            <p:nvPr/>
          </p:nvSpPr>
          <p:spPr>
            <a:xfrm>
              <a:off x="2515881" y="2809134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1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41"/>
            <p:cNvSpPr/>
            <p:nvPr/>
          </p:nvSpPr>
          <p:spPr>
            <a:xfrm>
              <a:off x="2591585" y="2809134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0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7" y="648"/>
                    <a:pt x="759" y="519"/>
                    <a:pt x="767" y="325"/>
                  </a:cubicBezTo>
                  <a:cubicBezTo>
                    <a:pt x="767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41"/>
            <p:cNvSpPr/>
            <p:nvPr/>
          </p:nvSpPr>
          <p:spPr>
            <a:xfrm>
              <a:off x="2670866" y="2809167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41"/>
            <p:cNvSpPr/>
            <p:nvPr/>
          </p:nvSpPr>
          <p:spPr>
            <a:xfrm>
              <a:off x="2743360" y="2809167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41"/>
            <p:cNvSpPr/>
            <p:nvPr/>
          </p:nvSpPr>
          <p:spPr>
            <a:xfrm>
              <a:off x="2819063" y="280916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41"/>
            <p:cNvSpPr/>
            <p:nvPr/>
          </p:nvSpPr>
          <p:spPr>
            <a:xfrm>
              <a:off x="2288536" y="2872833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4" y="1"/>
                  </a:moveTo>
                  <a:cubicBezTo>
                    <a:pt x="136" y="1"/>
                    <a:pt x="0" y="352"/>
                    <a:pt x="200" y="552"/>
                  </a:cubicBezTo>
                  <a:cubicBezTo>
                    <a:pt x="266" y="618"/>
                    <a:pt x="347" y="647"/>
                    <a:pt x="427" y="647"/>
                  </a:cubicBezTo>
                  <a:cubicBezTo>
                    <a:pt x="592" y="647"/>
                    <a:pt x="751" y="519"/>
                    <a:pt x="751" y="324"/>
                  </a:cubicBezTo>
                  <a:cubicBezTo>
                    <a:pt x="751" y="145"/>
                    <a:pt x="608" y="1"/>
                    <a:pt x="428" y="1"/>
                  </a:cubicBezTo>
                  <a:cubicBezTo>
                    <a:pt x="423" y="1"/>
                    <a:pt x="419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41"/>
            <p:cNvSpPr/>
            <p:nvPr/>
          </p:nvSpPr>
          <p:spPr>
            <a:xfrm>
              <a:off x="2368118" y="2872833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5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5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41"/>
            <p:cNvSpPr/>
            <p:nvPr/>
          </p:nvSpPr>
          <p:spPr>
            <a:xfrm>
              <a:off x="2443788" y="287283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41"/>
            <p:cNvSpPr/>
            <p:nvPr/>
          </p:nvSpPr>
          <p:spPr>
            <a:xfrm>
              <a:off x="2515881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41"/>
            <p:cNvSpPr/>
            <p:nvPr/>
          </p:nvSpPr>
          <p:spPr>
            <a:xfrm>
              <a:off x="2591585" y="287283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2" y="0"/>
                  </a:moveTo>
                  <a:cubicBezTo>
                    <a:pt x="446" y="0"/>
                    <a:pt x="439" y="0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7" y="647"/>
                    <a:pt x="759" y="519"/>
                    <a:pt x="767" y="324"/>
                  </a:cubicBezTo>
                  <a:cubicBezTo>
                    <a:pt x="767" y="140"/>
                    <a:pt x="623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41"/>
            <p:cNvSpPr/>
            <p:nvPr/>
          </p:nvSpPr>
          <p:spPr>
            <a:xfrm>
              <a:off x="2670866" y="287283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41"/>
            <p:cNvSpPr/>
            <p:nvPr/>
          </p:nvSpPr>
          <p:spPr>
            <a:xfrm>
              <a:off x="2743360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41"/>
            <p:cNvSpPr/>
            <p:nvPr/>
          </p:nvSpPr>
          <p:spPr>
            <a:xfrm>
              <a:off x="2819063" y="287283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41"/>
            <p:cNvSpPr/>
            <p:nvPr/>
          </p:nvSpPr>
          <p:spPr>
            <a:xfrm>
              <a:off x="2288402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41"/>
            <p:cNvSpPr/>
            <p:nvPr/>
          </p:nvSpPr>
          <p:spPr>
            <a:xfrm>
              <a:off x="2364106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41"/>
            <p:cNvSpPr/>
            <p:nvPr/>
          </p:nvSpPr>
          <p:spPr>
            <a:xfrm>
              <a:off x="2440211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49" y="658"/>
                    <a:pt x="428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41"/>
            <p:cNvSpPr/>
            <p:nvPr/>
          </p:nvSpPr>
          <p:spPr>
            <a:xfrm>
              <a:off x="2515881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41"/>
            <p:cNvSpPr/>
            <p:nvPr/>
          </p:nvSpPr>
          <p:spPr>
            <a:xfrm>
              <a:off x="2591585" y="2936131"/>
              <a:ext cx="25648" cy="21937"/>
            </a:xfrm>
            <a:custGeom>
              <a:rect b="b" l="l" r="r" t="t"/>
              <a:pathLst>
                <a:path extrusionOk="0" h="656" w="767">
                  <a:moveTo>
                    <a:pt x="432" y="0"/>
                  </a:moveTo>
                  <a:cubicBezTo>
                    <a:pt x="144" y="12"/>
                    <a:pt x="0" y="360"/>
                    <a:pt x="204" y="563"/>
                  </a:cubicBezTo>
                  <a:cubicBezTo>
                    <a:pt x="268" y="627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41"/>
            <p:cNvSpPr/>
            <p:nvPr/>
          </p:nvSpPr>
          <p:spPr>
            <a:xfrm>
              <a:off x="2667288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41"/>
            <p:cNvSpPr/>
            <p:nvPr/>
          </p:nvSpPr>
          <p:spPr>
            <a:xfrm>
              <a:off x="2743360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41"/>
            <p:cNvSpPr/>
            <p:nvPr/>
          </p:nvSpPr>
          <p:spPr>
            <a:xfrm>
              <a:off x="2819063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1" name="Google Shape;2831;p41"/>
          <p:cNvSpPr/>
          <p:nvPr/>
        </p:nvSpPr>
        <p:spPr>
          <a:xfrm>
            <a:off x="8437351" y="-4049"/>
            <a:ext cx="33" cy="3203318"/>
          </a:xfrm>
          <a:custGeom>
            <a:rect b="b" l="l" r="r" t="t"/>
            <a:pathLst>
              <a:path extrusionOk="0" fill="none" h="95793" w="1">
                <a:moveTo>
                  <a:pt x="1" y="0"/>
                </a:moveTo>
                <a:lnTo>
                  <a:pt x="1" y="95793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p41"/>
          <p:cNvSpPr/>
          <p:nvPr/>
        </p:nvSpPr>
        <p:spPr>
          <a:xfrm flipH="1">
            <a:off x="11" y="219327"/>
            <a:ext cx="2870924" cy="358076"/>
          </a:xfrm>
          <a:custGeom>
            <a:rect b="b" l="l" r="r" t="t"/>
            <a:pathLst>
              <a:path extrusionOk="0" h="10708" w="85853">
                <a:moveTo>
                  <a:pt x="1" y="0"/>
                </a:moveTo>
                <a:lnTo>
                  <a:pt x="1" y="10708"/>
                </a:lnTo>
                <a:lnTo>
                  <a:pt x="85853" y="10708"/>
                </a:lnTo>
                <a:lnTo>
                  <a:pt x="8585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33" name="Google Shape;2833;p41"/>
          <p:cNvGrpSpPr/>
          <p:nvPr/>
        </p:nvGrpSpPr>
        <p:grpSpPr>
          <a:xfrm>
            <a:off x="75677" y="4676496"/>
            <a:ext cx="555909" cy="466998"/>
            <a:chOff x="2288402" y="2491171"/>
            <a:chExt cx="555909" cy="466998"/>
          </a:xfrm>
        </p:grpSpPr>
        <p:sp>
          <p:nvSpPr>
            <p:cNvPr id="2834" name="Google Shape;2834;p41"/>
            <p:cNvSpPr/>
            <p:nvPr/>
          </p:nvSpPr>
          <p:spPr>
            <a:xfrm>
              <a:off x="2288402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41"/>
            <p:cNvSpPr/>
            <p:nvPr/>
          </p:nvSpPr>
          <p:spPr>
            <a:xfrm>
              <a:off x="2368118" y="2491171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41"/>
            <p:cNvSpPr/>
            <p:nvPr/>
          </p:nvSpPr>
          <p:spPr>
            <a:xfrm>
              <a:off x="2443788" y="2491171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41"/>
            <p:cNvSpPr/>
            <p:nvPr/>
          </p:nvSpPr>
          <p:spPr>
            <a:xfrm>
              <a:off x="2515881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41"/>
            <p:cNvSpPr/>
            <p:nvPr/>
          </p:nvSpPr>
          <p:spPr>
            <a:xfrm>
              <a:off x="2591585" y="2491171"/>
              <a:ext cx="25648" cy="21970"/>
            </a:xfrm>
            <a:custGeom>
              <a:rect b="b" l="l" r="r" t="t"/>
              <a:pathLst>
                <a:path extrusionOk="0" h="657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68" y="628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41"/>
            <p:cNvSpPr/>
            <p:nvPr/>
          </p:nvSpPr>
          <p:spPr>
            <a:xfrm>
              <a:off x="2670866" y="2491171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41"/>
            <p:cNvSpPr/>
            <p:nvPr/>
          </p:nvSpPr>
          <p:spPr>
            <a:xfrm>
              <a:off x="2743360" y="249117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41"/>
            <p:cNvSpPr/>
            <p:nvPr/>
          </p:nvSpPr>
          <p:spPr>
            <a:xfrm>
              <a:off x="2819063" y="249117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41"/>
            <p:cNvSpPr/>
            <p:nvPr/>
          </p:nvSpPr>
          <p:spPr>
            <a:xfrm>
              <a:off x="2288402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41"/>
            <p:cNvSpPr/>
            <p:nvPr/>
          </p:nvSpPr>
          <p:spPr>
            <a:xfrm>
              <a:off x="2364106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41"/>
            <p:cNvSpPr/>
            <p:nvPr/>
          </p:nvSpPr>
          <p:spPr>
            <a:xfrm>
              <a:off x="2440211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41"/>
            <p:cNvSpPr/>
            <p:nvPr/>
          </p:nvSpPr>
          <p:spPr>
            <a:xfrm>
              <a:off x="2515881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41"/>
            <p:cNvSpPr/>
            <p:nvPr/>
          </p:nvSpPr>
          <p:spPr>
            <a:xfrm>
              <a:off x="2591585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59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41"/>
            <p:cNvSpPr/>
            <p:nvPr/>
          </p:nvSpPr>
          <p:spPr>
            <a:xfrm>
              <a:off x="2667288" y="2554870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41"/>
            <p:cNvSpPr/>
            <p:nvPr/>
          </p:nvSpPr>
          <p:spPr>
            <a:xfrm>
              <a:off x="2743360" y="2554870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41"/>
            <p:cNvSpPr/>
            <p:nvPr/>
          </p:nvSpPr>
          <p:spPr>
            <a:xfrm>
              <a:off x="2819063" y="2554870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41"/>
            <p:cNvSpPr/>
            <p:nvPr/>
          </p:nvSpPr>
          <p:spPr>
            <a:xfrm>
              <a:off x="2288402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41"/>
            <p:cNvSpPr/>
            <p:nvPr/>
          </p:nvSpPr>
          <p:spPr>
            <a:xfrm>
              <a:off x="2368118" y="2618536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41"/>
            <p:cNvSpPr/>
            <p:nvPr/>
          </p:nvSpPr>
          <p:spPr>
            <a:xfrm>
              <a:off x="2443788" y="2618536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41"/>
            <p:cNvSpPr/>
            <p:nvPr/>
          </p:nvSpPr>
          <p:spPr>
            <a:xfrm>
              <a:off x="2515881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41"/>
            <p:cNvSpPr/>
            <p:nvPr/>
          </p:nvSpPr>
          <p:spPr>
            <a:xfrm>
              <a:off x="2591585" y="2618536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7" y="647"/>
                    <a:pt x="759" y="518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41"/>
            <p:cNvSpPr/>
            <p:nvPr/>
          </p:nvSpPr>
          <p:spPr>
            <a:xfrm>
              <a:off x="2670866" y="2618536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41"/>
            <p:cNvSpPr/>
            <p:nvPr/>
          </p:nvSpPr>
          <p:spPr>
            <a:xfrm>
              <a:off x="2743360" y="2618536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41"/>
            <p:cNvSpPr/>
            <p:nvPr/>
          </p:nvSpPr>
          <p:spPr>
            <a:xfrm>
              <a:off x="2819063" y="2618536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41"/>
            <p:cNvSpPr/>
            <p:nvPr/>
          </p:nvSpPr>
          <p:spPr>
            <a:xfrm>
              <a:off x="2288402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41"/>
            <p:cNvSpPr/>
            <p:nvPr/>
          </p:nvSpPr>
          <p:spPr>
            <a:xfrm>
              <a:off x="2368118" y="2681801"/>
              <a:ext cx="21636" cy="22070"/>
            </a:xfrm>
            <a:custGeom>
              <a:rect b="b" l="l" r="r" t="t"/>
              <a:pathLst>
                <a:path extrusionOk="0" h="660" w="647">
                  <a:moveTo>
                    <a:pt x="324" y="1"/>
                  </a:moveTo>
                  <a:cubicBezTo>
                    <a:pt x="144" y="1"/>
                    <a:pt x="0" y="157"/>
                    <a:pt x="0" y="324"/>
                  </a:cubicBezTo>
                  <a:cubicBezTo>
                    <a:pt x="0" y="504"/>
                    <a:pt x="144" y="660"/>
                    <a:pt x="324" y="660"/>
                  </a:cubicBezTo>
                  <a:cubicBezTo>
                    <a:pt x="503" y="660"/>
                    <a:pt x="647" y="504"/>
                    <a:pt x="647" y="324"/>
                  </a:cubicBezTo>
                  <a:cubicBezTo>
                    <a:pt x="647" y="157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41"/>
            <p:cNvSpPr/>
            <p:nvPr/>
          </p:nvSpPr>
          <p:spPr>
            <a:xfrm>
              <a:off x="2443788" y="2681801"/>
              <a:ext cx="21669" cy="22070"/>
            </a:xfrm>
            <a:custGeom>
              <a:rect b="b" l="l" r="r" t="t"/>
              <a:pathLst>
                <a:path extrusionOk="0" h="660" w="648">
                  <a:moveTo>
                    <a:pt x="324" y="1"/>
                  </a:moveTo>
                  <a:cubicBezTo>
                    <a:pt x="145" y="1"/>
                    <a:pt x="1" y="157"/>
                    <a:pt x="1" y="324"/>
                  </a:cubicBezTo>
                  <a:cubicBezTo>
                    <a:pt x="1" y="504"/>
                    <a:pt x="145" y="660"/>
                    <a:pt x="324" y="660"/>
                  </a:cubicBezTo>
                  <a:cubicBezTo>
                    <a:pt x="504" y="660"/>
                    <a:pt x="648" y="504"/>
                    <a:pt x="648" y="324"/>
                  </a:cubicBezTo>
                  <a:cubicBezTo>
                    <a:pt x="648" y="157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41"/>
            <p:cNvSpPr/>
            <p:nvPr/>
          </p:nvSpPr>
          <p:spPr>
            <a:xfrm>
              <a:off x="2515881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41"/>
            <p:cNvSpPr/>
            <p:nvPr/>
          </p:nvSpPr>
          <p:spPr>
            <a:xfrm>
              <a:off x="2591585" y="2681801"/>
              <a:ext cx="25648" cy="22070"/>
            </a:xfrm>
            <a:custGeom>
              <a:rect b="b" l="l" r="r" t="t"/>
              <a:pathLst>
                <a:path extrusionOk="0" h="660" w="767">
                  <a:moveTo>
                    <a:pt x="432" y="1"/>
                  </a:moveTo>
                  <a:cubicBezTo>
                    <a:pt x="144" y="13"/>
                    <a:pt x="0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7" y="659"/>
                    <a:pt x="759" y="531"/>
                    <a:pt x="767" y="336"/>
                  </a:cubicBezTo>
                  <a:cubicBezTo>
                    <a:pt x="767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41"/>
            <p:cNvSpPr/>
            <p:nvPr/>
          </p:nvSpPr>
          <p:spPr>
            <a:xfrm>
              <a:off x="2670866" y="2681801"/>
              <a:ext cx="22070" cy="22070"/>
            </a:xfrm>
            <a:custGeom>
              <a:rect b="b" l="l" r="r" t="t"/>
              <a:pathLst>
                <a:path extrusionOk="0" h="660" w="660">
                  <a:moveTo>
                    <a:pt x="336" y="1"/>
                  </a:moveTo>
                  <a:cubicBezTo>
                    <a:pt x="157" y="1"/>
                    <a:pt x="1" y="157"/>
                    <a:pt x="1" y="324"/>
                  </a:cubicBezTo>
                  <a:cubicBezTo>
                    <a:pt x="1" y="504"/>
                    <a:pt x="157" y="660"/>
                    <a:pt x="336" y="660"/>
                  </a:cubicBezTo>
                  <a:cubicBezTo>
                    <a:pt x="516" y="660"/>
                    <a:pt x="660" y="504"/>
                    <a:pt x="660" y="324"/>
                  </a:cubicBezTo>
                  <a:cubicBezTo>
                    <a:pt x="660" y="157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41"/>
            <p:cNvSpPr/>
            <p:nvPr/>
          </p:nvSpPr>
          <p:spPr>
            <a:xfrm>
              <a:off x="2743360" y="2681801"/>
              <a:ext cx="25281" cy="2207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"/>
                    <a:pt x="1" y="360"/>
                    <a:pt x="204" y="564"/>
                  </a:cubicBezTo>
                  <a:cubicBezTo>
                    <a:pt x="270" y="630"/>
                    <a:pt x="351" y="659"/>
                    <a:pt x="431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41"/>
            <p:cNvSpPr/>
            <p:nvPr/>
          </p:nvSpPr>
          <p:spPr>
            <a:xfrm>
              <a:off x="2819063" y="2681801"/>
              <a:ext cx="25247" cy="22070"/>
            </a:xfrm>
            <a:custGeom>
              <a:rect b="b" l="l" r="r" t="t"/>
              <a:pathLst>
                <a:path extrusionOk="0" h="660" w="755">
                  <a:moveTo>
                    <a:pt x="432" y="1"/>
                  </a:moveTo>
                  <a:cubicBezTo>
                    <a:pt x="144" y="1"/>
                    <a:pt x="0" y="360"/>
                    <a:pt x="204" y="564"/>
                  </a:cubicBezTo>
                  <a:cubicBezTo>
                    <a:pt x="270" y="630"/>
                    <a:pt x="351" y="659"/>
                    <a:pt x="430" y="659"/>
                  </a:cubicBezTo>
                  <a:cubicBezTo>
                    <a:pt x="596" y="659"/>
                    <a:pt x="755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41"/>
            <p:cNvSpPr/>
            <p:nvPr/>
          </p:nvSpPr>
          <p:spPr>
            <a:xfrm>
              <a:off x="2288402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41"/>
            <p:cNvSpPr/>
            <p:nvPr/>
          </p:nvSpPr>
          <p:spPr>
            <a:xfrm>
              <a:off x="2364106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8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41"/>
            <p:cNvSpPr/>
            <p:nvPr/>
          </p:nvSpPr>
          <p:spPr>
            <a:xfrm>
              <a:off x="2440211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0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41"/>
            <p:cNvSpPr/>
            <p:nvPr/>
          </p:nvSpPr>
          <p:spPr>
            <a:xfrm>
              <a:off x="2515881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41"/>
            <p:cNvSpPr/>
            <p:nvPr/>
          </p:nvSpPr>
          <p:spPr>
            <a:xfrm>
              <a:off x="2591585" y="2745501"/>
              <a:ext cx="25648" cy="21769"/>
            </a:xfrm>
            <a:custGeom>
              <a:rect b="b" l="l" r="r" t="t"/>
              <a:pathLst>
                <a:path extrusionOk="0" h="651" w="767">
                  <a:moveTo>
                    <a:pt x="432" y="0"/>
                  </a:moveTo>
                  <a:cubicBezTo>
                    <a:pt x="144" y="0"/>
                    <a:pt x="0" y="360"/>
                    <a:pt x="204" y="563"/>
                  </a:cubicBezTo>
                  <a:cubicBezTo>
                    <a:pt x="268" y="623"/>
                    <a:pt x="346" y="650"/>
                    <a:pt x="423" y="650"/>
                  </a:cubicBezTo>
                  <a:cubicBezTo>
                    <a:pt x="593" y="650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41"/>
            <p:cNvSpPr/>
            <p:nvPr/>
          </p:nvSpPr>
          <p:spPr>
            <a:xfrm>
              <a:off x="2667288" y="2745501"/>
              <a:ext cx="25648" cy="21803"/>
            </a:xfrm>
            <a:custGeom>
              <a:rect b="b" l="l" r="r" t="t"/>
              <a:pathLst>
                <a:path extrusionOk="0" h="652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4" y="621"/>
                    <a:pt x="357" y="652"/>
                    <a:pt x="439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41"/>
            <p:cNvSpPr/>
            <p:nvPr/>
          </p:nvSpPr>
          <p:spPr>
            <a:xfrm>
              <a:off x="2743360" y="2745501"/>
              <a:ext cx="25281" cy="21803"/>
            </a:xfrm>
            <a:custGeom>
              <a:rect b="b" l="l" r="r" t="t"/>
              <a:pathLst>
                <a:path extrusionOk="0" h="652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7" y="652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41"/>
            <p:cNvSpPr/>
            <p:nvPr/>
          </p:nvSpPr>
          <p:spPr>
            <a:xfrm>
              <a:off x="2819063" y="2745501"/>
              <a:ext cx="25247" cy="21803"/>
            </a:xfrm>
            <a:custGeom>
              <a:rect b="b" l="l" r="r" t="t"/>
              <a:pathLst>
                <a:path extrusionOk="0" h="652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41"/>
            <p:cNvSpPr/>
            <p:nvPr/>
          </p:nvSpPr>
          <p:spPr>
            <a:xfrm>
              <a:off x="2288536" y="2809167"/>
              <a:ext cx="25548" cy="21636"/>
            </a:xfrm>
            <a:custGeom>
              <a:rect b="b" l="l" r="r" t="t"/>
              <a:pathLst>
                <a:path extrusionOk="0" h="647" w="764">
                  <a:moveTo>
                    <a:pt x="413" y="0"/>
                  </a:moveTo>
                  <a:cubicBezTo>
                    <a:pt x="136" y="0"/>
                    <a:pt x="0" y="340"/>
                    <a:pt x="200" y="552"/>
                  </a:cubicBezTo>
                  <a:cubicBezTo>
                    <a:pt x="266" y="617"/>
                    <a:pt x="347" y="647"/>
                    <a:pt x="427" y="647"/>
                  </a:cubicBezTo>
                  <a:cubicBezTo>
                    <a:pt x="592" y="647"/>
                    <a:pt x="751" y="518"/>
                    <a:pt x="751" y="324"/>
                  </a:cubicBezTo>
                  <a:cubicBezTo>
                    <a:pt x="763" y="144"/>
                    <a:pt x="608" y="1"/>
                    <a:pt x="428" y="1"/>
                  </a:cubicBezTo>
                  <a:cubicBezTo>
                    <a:pt x="423" y="0"/>
                    <a:pt x="418" y="0"/>
                    <a:pt x="4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41"/>
            <p:cNvSpPr/>
            <p:nvPr/>
          </p:nvSpPr>
          <p:spPr>
            <a:xfrm>
              <a:off x="2368118" y="2809167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41"/>
            <p:cNvSpPr/>
            <p:nvPr/>
          </p:nvSpPr>
          <p:spPr>
            <a:xfrm>
              <a:off x="2443788" y="2809167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41"/>
            <p:cNvSpPr/>
            <p:nvPr/>
          </p:nvSpPr>
          <p:spPr>
            <a:xfrm>
              <a:off x="2515881" y="2809134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1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591585" y="2809134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1" y="1"/>
                  </a:moveTo>
                  <a:cubicBezTo>
                    <a:pt x="445" y="1"/>
                    <a:pt x="438" y="1"/>
                    <a:pt x="432" y="2"/>
                  </a:cubicBezTo>
                  <a:cubicBezTo>
                    <a:pt x="144" y="2"/>
                    <a:pt x="0" y="349"/>
                    <a:pt x="204" y="553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7" y="648"/>
                    <a:pt x="759" y="519"/>
                    <a:pt x="767" y="325"/>
                  </a:cubicBezTo>
                  <a:cubicBezTo>
                    <a:pt x="767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2670866" y="2809167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16" y="647"/>
                    <a:pt x="660" y="504"/>
                    <a:pt x="660" y="324"/>
                  </a:cubicBezTo>
                  <a:cubicBezTo>
                    <a:pt x="660" y="144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2743360" y="2809167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2819063" y="2809167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2288536" y="2872833"/>
              <a:ext cx="25147" cy="21669"/>
            </a:xfrm>
            <a:custGeom>
              <a:rect b="b" l="l" r="r" t="t"/>
              <a:pathLst>
                <a:path extrusionOk="0" h="648" w="752">
                  <a:moveTo>
                    <a:pt x="414" y="1"/>
                  </a:moveTo>
                  <a:cubicBezTo>
                    <a:pt x="136" y="1"/>
                    <a:pt x="0" y="352"/>
                    <a:pt x="200" y="552"/>
                  </a:cubicBezTo>
                  <a:cubicBezTo>
                    <a:pt x="266" y="618"/>
                    <a:pt x="347" y="647"/>
                    <a:pt x="427" y="647"/>
                  </a:cubicBezTo>
                  <a:cubicBezTo>
                    <a:pt x="592" y="647"/>
                    <a:pt x="751" y="519"/>
                    <a:pt x="751" y="324"/>
                  </a:cubicBezTo>
                  <a:cubicBezTo>
                    <a:pt x="751" y="145"/>
                    <a:pt x="608" y="1"/>
                    <a:pt x="428" y="1"/>
                  </a:cubicBezTo>
                  <a:cubicBezTo>
                    <a:pt x="423" y="1"/>
                    <a:pt x="419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41"/>
            <p:cNvSpPr/>
            <p:nvPr/>
          </p:nvSpPr>
          <p:spPr>
            <a:xfrm>
              <a:off x="2368118" y="2872833"/>
              <a:ext cx="21636" cy="21669"/>
            </a:xfrm>
            <a:custGeom>
              <a:rect b="b" l="l" r="r" t="t"/>
              <a:pathLst>
                <a:path extrusionOk="0" h="648" w="647">
                  <a:moveTo>
                    <a:pt x="324" y="1"/>
                  </a:moveTo>
                  <a:cubicBezTo>
                    <a:pt x="144" y="1"/>
                    <a:pt x="0" y="145"/>
                    <a:pt x="0" y="324"/>
                  </a:cubicBezTo>
                  <a:cubicBezTo>
                    <a:pt x="0" y="504"/>
                    <a:pt x="144" y="648"/>
                    <a:pt x="324" y="648"/>
                  </a:cubicBezTo>
                  <a:cubicBezTo>
                    <a:pt x="503" y="648"/>
                    <a:pt x="647" y="504"/>
                    <a:pt x="647" y="324"/>
                  </a:cubicBezTo>
                  <a:cubicBezTo>
                    <a:pt x="647" y="145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41"/>
            <p:cNvSpPr/>
            <p:nvPr/>
          </p:nvSpPr>
          <p:spPr>
            <a:xfrm>
              <a:off x="2443788" y="2872833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41"/>
            <p:cNvSpPr/>
            <p:nvPr/>
          </p:nvSpPr>
          <p:spPr>
            <a:xfrm>
              <a:off x="2515881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41"/>
            <p:cNvSpPr/>
            <p:nvPr/>
          </p:nvSpPr>
          <p:spPr>
            <a:xfrm>
              <a:off x="2591585" y="287283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52" y="0"/>
                  </a:moveTo>
                  <a:cubicBezTo>
                    <a:pt x="446" y="0"/>
                    <a:pt x="439" y="0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7" y="647"/>
                    <a:pt x="759" y="519"/>
                    <a:pt x="767" y="324"/>
                  </a:cubicBezTo>
                  <a:cubicBezTo>
                    <a:pt x="767" y="140"/>
                    <a:pt x="623" y="0"/>
                    <a:pt x="4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41"/>
            <p:cNvSpPr/>
            <p:nvPr/>
          </p:nvSpPr>
          <p:spPr>
            <a:xfrm>
              <a:off x="2670866" y="2872833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41"/>
            <p:cNvSpPr/>
            <p:nvPr/>
          </p:nvSpPr>
          <p:spPr>
            <a:xfrm>
              <a:off x="2743360" y="287283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41"/>
            <p:cNvSpPr/>
            <p:nvPr/>
          </p:nvSpPr>
          <p:spPr>
            <a:xfrm>
              <a:off x="2819063" y="287283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41"/>
            <p:cNvSpPr/>
            <p:nvPr/>
          </p:nvSpPr>
          <p:spPr>
            <a:xfrm>
              <a:off x="2288402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41"/>
            <p:cNvSpPr/>
            <p:nvPr/>
          </p:nvSpPr>
          <p:spPr>
            <a:xfrm>
              <a:off x="2364106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41"/>
            <p:cNvSpPr/>
            <p:nvPr/>
          </p:nvSpPr>
          <p:spPr>
            <a:xfrm>
              <a:off x="2440211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1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49" y="658"/>
                    <a:pt x="428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41"/>
            <p:cNvSpPr/>
            <p:nvPr/>
          </p:nvSpPr>
          <p:spPr>
            <a:xfrm>
              <a:off x="2515881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41"/>
            <p:cNvSpPr/>
            <p:nvPr/>
          </p:nvSpPr>
          <p:spPr>
            <a:xfrm>
              <a:off x="2591585" y="2936131"/>
              <a:ext cx="25648" cy="21937"/>
            </a:xfrm>
            <a:custGeom>
              <a:rect b="b" l="l" r="r" t="t"/>
              <a:pathLst>
                <a:path extrusionOk="0" h="656" w="767">
                  <a:moveTo>
                    <a:pt x="432" y="0"/>
                  </a:moveTo>
                  <a:cubicBezTo>
                    <a:pt x="144" y="12"/>
                    <a:pt x="0" y="360"/>
                    <a:pt x="204" y="563"/>
                  </a:cubicBezTo>
                  <a:cubicBezTo>
                    <a:pt x="268" y="627"/>
                    <a:pt x="346" y="656"/>
                    <a:pt x="424" y="656"/>
                  </a:cubicBezTo>
                  <a:cubicBezTo>
                    <a:pt x="593" y="656"/>
                    <a:pt x="759" y="521"/>
                    <a:pt x="767" y="324"/>
                  </a:cubicBezTo>
                  <a:cubicBezTo>
                    <a:pt x="767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41"/>
            <p:cNvSpPr/>
            <p:nvPr/>
          </p:nvSpPr>
          <p:spPr>
            <a:xfrm>
              <a:off x="2667288" y="2936131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3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73" y="629"/>
                    <a:pt x="356" y="658"/>
                    <a:pt x="437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41"/>
            <p:cNvSpPr/>
            <p:nvPr/>
          </p:nvSpPr>
          <p:spPr>
            <a:xfrm>
              <a:off x="2743360" y="2936131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0"/>
                  </a:moveTo>
                  <a:cubicBezTo>
                    <a:pt x="144" y="0"/>
                    <a:pt x="1" y="348"/>
                    <a:pt x="204" y="563"/>
                  </a:cubicBezTo>
                  <a:cubicBezTo>
                    <a:pt x="270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41"/>
            <p:cNvSpPr/>
            <p:nvPr/>
          </p:nvSpPr>
          <p:spPr>
            <a:xfrm>
              <a:off x="2819063" y="2936131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4_1"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42"/>
          <p:cNvSpPr/>
          <p:nvPr/>
        </p:nvSpPr>
        <p:spPr>
          <a:xfrm>
            <a:off x="3505800" y="1020750"/>
            <a:ext cx="4934100" cy="4122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42"/>
          <p:cNvSpPr/>
          <p:nvPr/>
        </p:nvSpPr>
        <p:spPr>
          <a:xfrm>
            <a:off x="2762397" y="2706096"/>
            <a:ext cx="643252" cy="2671455"/>
          </a:xfrm>
          <a:custGeom>
            <a:rect b="b" l="l" r="r" t="t"/>
            <a:pathLst>
              <a:path extrusionOk="0" h="79888" w="19236">
                <a:moveTo>
                  <a:pt x="1" y="1"/>
                </a:moveTo>
                <a:lnTo>
                  <a:pt x="1" y="79888"/>
                </a:lnTo>
                <a:lnTo>
                  <a:pt x="19236" y="79888"/>
                </a:lnTo>
                <a:lnTo>
                  <a:pt x="192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01" name="Google Shape;2901;p42"/>
          <p:cNvGrpSpPr/>
          <p:nvPr/>
        </p:nvGrpSpPr>
        <p:grpSpPr>
          <a:xfrm>
            <a:off x="2081705" y="3092486"/>
            <a:ext cx="556341" cy="466622"/>
            <a:chOff x="5590805" y="3094411"/>
            <a:chExt cx="556341" cy="466622"/>
          </a:xfrm>
        </p:grpSpPr>
        <p:sp>
          <p:nvSpPr>
            <p:cNvPr id="2902" name="Google Shape;2902;p42"/>
            <p:cNvSpPr/>
            <p:nvPr/>
          </p:nvSpPr>
          <p:spPr>
            <a:xfrm>
              <a:off x="5590805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42"/>
            <p:cNvSpPr/>
            <p:nvPr/>
          </p:nvSpPr>
          <p:spPr>
            <a:xfrm>
              <a:off x="5670493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42"/>
            <p:cNvSpPr/>
            <p:nvPr/>
          </p:nvSpPr>
          <p:spPr>
            <a:xfrm>
              <a:off x="5742589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42"/>
            <p:cNvSpPr/>
            <p:nvPr/>
          </p:nvSpPr>
          <p:spPr>
            <a:xfrm>
              <a:off x="5818297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42"/>
            <p:cNvSpPr/>
            <p:nvPr/>
          </p:nvSpPr>
          <p:spPr>
            <a:xfrm>
              <a:off x="5897985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42"/>
            <p:cNvSpPr/>
            <p:nvPr/>
          </p:nvSpPr>
          <p:spPr>
            <a:xfrm>
              <a:off x="5970082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42"/>
            <p:cNvSpPr/>
            <p:nvPr/>
          </p:nvSpPr>
          <p:spPr>
            <a:xfrm>
              <a:off x="6045790" y="30944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42"/>
            <p:cNvSpPr/>
            <p:nvPr/>
          </p:nvSpPr>
          <p:spPr>
            <a:xfrm>
              <a:off x="6125076" y="30944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42"/>
            <p:cNvSpPr/>
            <p:nvPr/>
          </p:nvSpPr>
          <p:spPr>
            <a:xfrm>
              <a:off x="5590805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42"/>
            <p:cNvSpPr/>
            <p:nvPr/>
          </p:nvSpPr>
          <p:spPr>
            <a:xfrm>
              <a:off x="5666915" y="31580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42"/>
            <p:cNvSpPr/>
            <p:nvPr/>
          </p:nvSpPr>
          <p:spPr>
            <a:xfrm>
              <a:off x="5742589" y="31580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42"/>
            <p:cNvSpPr/>
            <p:nvPr/>
          </p:nvSpPr>
          <p:spPr>
            <a:xfrm>
              <a:off x="5818297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42"/>
            <p:cNvSpPr/>
            <p:nvPr/>
          </p:nvSpPr>
          <p:spPr>
            <a:xfrm>
              <a:off x="5894006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42"/>
            <p:cNvSpPr/>
            <p:nvPr/>
          </p:nvSpPr>
          <p:spPr>
            <a:xfrm>
              <a:off x="5970082" y="31580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42"/>
            <p:cNvSpPr/>
            <p:nvPr/>
          </p:nvSpPr>
          <p:spPr>
            <a:xfrm>
              <a:off x="6045890" y="31580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42"/>
            <p:cNvSpPr/>
            <p:nvPr/>
          </p:nvSpPr>
          <p:spPr>
            <a:xfrm>
              <a:off x="6121498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42"/>
            <p:cNvSpPr/>
            <p:nvPr/>
          </p:nvSpPr>
          <p:spPr>
            <a:xfrm>
              <a:off x="5590805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42"/>
            <p:cNvSpPr/>
            <p:nvPr/>
          </p:nvSpPr>
          <p:spPr>
            <a:xfrm>
              <a:off x="5670493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42"/>
            <p:cNvSpPr/>
            <p:nvPr/>
          </p:nvSpPr>
          <p:spPr>
            <a:xfrm>
              <a:off x="5742589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42"/>
            <p:cNvSpPr/>
            <p:nvPr/>
          </p:nvSpPr>
          <p:spPr>
            <a:xfrm>
              <a:off x="5818297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42"/>
            <p:cNvSpPr/>
            <p:nvPr/>
          </p:nvSpPr>
          <p:spPr>
            <a:xfrm>
              <a:off x="5897985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42"/>
            <p:cNvSpPr/>
            <p:nvPr/>
          </p:nvSpPr>
          <p:spPr>
            <a:xfrm>
              <a:off x="5970082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42"/>
            <p:cNvSpPr/>
            <p:nvPr/>
          </p:nvSpPr>
          <p:spPr>
            <a:xfrm>
              <a:off x="6045790" y="32213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42"/>
            <p:cNvSpPr/>
            <p:nvPr/>
          </p:nvSpPr>
          <p:spPr>
            <a:xfrm>
              <a:off x="6125076" y="32213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42"/>
            <p:cNvSpPr/>
            <p:nvPr/>
          </p:nvSpPr>
          <p:spPr>
            <a:xfrm>
              <a:off x="5590805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42"/>
            <p:cNvSpPr/>
            <p:nvPr/>
          </p:nvSpPr>
          <p:spPr>
            <a:xfrm>
              <a:off x="5670493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42"/>
            <p:cNvSpPr/>
            <p:nvPr/>
          </p:nvSpPr>
          <p:spPr>
            <a:xfrm>
              <a:off x="5742589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42"/>
            <p:cNvSpPr/>
            <p:nvPr/>
          </p:nvSpPr>
          <p:spPr>
            <a:xfrm>
              <a:off x="5818297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42"/>
            <p:cNvSpPr/>
            <p:nvPr/>
          </p:nvSpPr>
          <p:spPr>
            <a:xfrm>
              <a:off x="5897985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42"/>
            <p:cNvSpPr/>
            <p:nvPr/>
          </p:nvSpPr>
          <p:spPr>
            <a:xfrm>
              <a:off x="5970082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42"/>
            <p:cNvSpPr/>
            <p:nvPr/>
          </p:nvSpPr>
          <p:spPr>
            <a:xfrm>
              <a:off x="6045790" y="32850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42"/>
            <p:cNvSpPr/>
            <p:nvPr/>
          </p:nvSpPr>
          <p:spPr>
            <a:xfrm>
              <a:off x="6125076" y="32850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42"/>
            <p:cNvSpPr/>
            <p:nvPr/>
          </p:nvSpPr>
          <p:spPr>
            <a:xfrm>
              <a:off x="5590805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42"/>
            <p:cNvSpPr/>
            <p:nvPr/>
          </p:nvSpPr>
          <p:spPr>
            <a:xfrm>
              <a:off x="5666915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42"/>
            <p:cNvSpPr/>
            <p:nvPr/>
          </p:nvSpPr>
          <p:spPr>
            <a:xfrm>
              <a:off x="5742589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42"/>
            <p:cNvSpPr/>
            <p:nvPr/>
          </p:nvSpPr>
          <p:spPr>
            <a:xfrm>
              <a:off x="5818297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42"/>
            <p:cNvSpPr/>
            <p:nvPr/>
          </p:nvSpPr>
          <p:spPr>
            <a:xfrm>
              <a:off x="5894006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42"/>
            <p:cNvSpPr/>
            <p:nvPr/>
          </p:nvSpPr>
          <p:spPr>
            <a:xfrm>
              <a:off x="5970082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42"/>
            <p:cNvSpPr/>
            <p:nvPr/>
          </p:nvSpPr>
          <p:spPr>
            <a:xfrm>
              <a:off x="6045790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42"/>
            <p:cNvSpPr/>
            <p:nvPr/>
          </p:nvSpPr>
          <p:spPr>
            <a:xfrm>
              <a:off x="6121498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42"/>
            <p:cNvSpPr/>
            <p:nvPr/>
          </p:nvSpPr>
          <p:spPr>
            <a:xfrm>
              <a:off x="5590805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42"/>
            <p:cNvSpPr/>
            <p:nvPr/>
          </p:nvSpPr>
          <p:spPr>
            <a:xfrm>
              <a:off x="5670493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42"/>
            <p:cNvSpPr/>
            <p:nvPr/>
          </p:nvSpPr>
          <p:spPr>
            <a:xfrm>
              <a:off x="5742589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42"/>
            <p:cNvSpPr/>
            <p:nvPr/>
          </p:nvSpPr>
          <p:spPr>
            <a:xfrm>
              <a:off x="5818297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42"/>
            <p:cNvSpPr/>
            <p:nvPr/>
          </p:nvSpPr>
          <p:spPr>
            <a:xfrm>
              <a:off x="5897985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42"/>
            <p:cNvSpPr/>
            <p:nvPr/>
          </p:nvSpPr>
          <p:spPr>
            <a:xfrm>
              <a:off x="5970082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42"/>
            <p:cNvSpPr/>
            <p:nvPr/>
          </p:nvSpPr>
          <p:spPr>
            <a:xfrm>
              <a:off x="6045790" y="34119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42"/>
            <p:cNvSpPr/>
            <p:nvPr/>
          </p:nvSpPr>
          <p:spPr>
            <a:xfrm>
              <a:off x="6125076" y="34119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42"/>
            <p:cNvSpPr/>
            <p:nvPr/>
          </p:nvSpPr>
          <p:spPr>
            <a:xfrm>
              <a:off x="5590805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42"/>
            <p:cNvSpPr/>
            <p:nvPr/>
          </p:nvSpPr>
          <p:spPr>
            <a:xfrm>
              <a:off x="5666915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42"/>
            <p:cNvSpPr/>
            <p:nvPr/>
          </p:nvSpPr>
          <p:spPr>
            <a:xfrm>
              <a:off x="5742589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42"/>
            <p:cNvSpPr/>
            <p:nvPr/>
          </p:nvSpPr>
          <p:spPr>
            <a:xfrm>
              <a:off x="5818297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42"/>
            <p:cNvSpPr/>
            <p:nvPr/>
          </p:nvSpPr>
          <p:spPr>
            <a:xfrm>
              <a:off x="5894006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42"/>
            <p:cNvSpPr/>
            <p:nvPr/>
          </p:nvSpPr>
          <p:spPr>
            <a:xfrm>
              <a:off x="5970082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42"/>
            <p:cNvSpPr/>
            <p:nvPr/>
          </p:nvSpPr>
          <p:spPr>
            <a:xfrm>
              <a:off x="6045790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42"/>
            <p:cNvSpPr/>
            <p:nvPr/>
          </p:nvSpPr>
          <p:spPr>
            <a:xfrm>
              <a:off x="6121498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42"/>
            <p:cNvSpPr/>
            <p:nvPr/>
          </p:nvSpPr>
          <p:spPr>
            <a:xfrm>
              <a:off x="5590805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42"/>
            <p:cNvSpPr/>
            <p:nvPr/>
          </p:nvSpPr>
          <p:spPr>
            <a:xfrm>
              <a:off x="5666915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42"/>
            <p:cNvSpPr/>
            <p:nvPr/>
          </p:nvSpPr>
          <p:spPr>
            <a:xfrm>
              <a:off x="5742589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42"/>
            <p:cNvSpPr/>
            <p:nvPr/>
          </p:nvSpPr>
          <p:spPr>
            <a:xfrm>
              <a:off x="5818297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42"/>
            <p:cNvSpPr/>
            <p:nvPr/>
          </p:nvSpPr>
          <p:spPr>
            <a:xfrm>
              <a:off x="5894006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42"/>
            <p:cNvSpPr/>
            <p:nvPr/>
          </p:nvSpPr>
          <p:spPr>
            <a:xfrm>
              <a:off x="5970082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42"/>
            <p:cNvSpPr/>
            <p:nvPr/>
          </p:nvSpPr>
          <p:spPr>
            <a:xfrm>
              <a:off x="6045790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42"/>
            <p:cNvSpPr/>
            <p:nvPr/>
          </p:nvSpPr>
          <p:spPr>
            <a:xfrm>
              <a:off x="6121498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6" name="Google Shape;2966;p42"/>
          <p:cNvSpPr/>
          <p:nvPr/>
        </p:nvSpPr>
        <p:spPr>
          <a:xfrm>
            <a:off x="1214426" y="3662931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42"/>
          <p:cNvSpPr/>
          <p:nvPr/>
        </p:nvSpPr>
        <p:spPr>
          <a:xfrm>
            <a:off x="3505768" y="1020753"/>
            <a:ext cx="33" cy="2901355"/>
          </a:xfrm>
          <a:custGeom>
            <a:rect b="b" l="l" r="r" t="t"/>
            <a:pathLst>
              <a:path extrusionOk="0" fill="none" h="86763" w="1">
                <a:moveTo>
                  <a:pt x="0" y="86762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8" name="Google Shape;2968;p42"/>
          <p:cNvSpPr/>
          <p:nvPr/>
        </p:nvSpPr>
        <p:spPr>
          <a:xfrm>
            <a:off x="8775525" y="3"/>
            <a:ext cx="368475" cy="1260019"/>
          </a:xfrm>
          <a:custGeom>
            <a:rect b="b" l="l" r="r" t="t"/>
            <a:pathLst>
              <a:path extrusionOk="0" h="37680" w="11019">
                <a:moveTo>
                  <a:pt x="0" y="0"/>
                </a:moveTo>
                <a:lnTo>
                  <a:pt x="0" y="37680"/>
                </a:lnTo>
                <a:lnTo>
                  <a:pt x="11019" y="37680"/>
                </a:lnTo>
                <a:lnTo>
                  <a:pt x="1101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9" name="Google Shape;2969;p42"/>
          <p:cNvGrpSpPr/>
          <p:nvPr/>
        </p:nvGrpSpPr>
        <p:grpSpPr>
          <a:xfrm>
            <a:off x="8101430" y="72886"/>
            <a:ext cx="556341" cy="466622"/>
            <a:chOff x="5590805" y="3094411"/>
            <a:chExt cx="556341" cy="466622"/>
          </a:xfrm>
        </p:grpSpPr>
        <p:sp>
          <p:nvSpPr>
            <p:cNvPr id="2970" name="Google Shape;2970;p42"/>
            <p:cNvSpPr/>
            <p:nvPr/>
          </p:nvSpPr>
          <p:spPr>
            <a:xfrm>
              <a:off x="5590805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42"/>
            <p:cNvSpPr/>
            <p:nvPr/>
          </p:nvSpPr>
          <p:spPr>
            <a:xfrm>
              <a:off x="5670493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42"/>
            <p:cNvSpPr/>
            <p:nvPr/>
          </p:nvSpPr>
          <p:spPr>
            <a:xfrm>
              <a:off x="5742589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42"/>
            <p:cNvSpPr/>
            <p:nvPr/>
          </p:nvSpPr>
          <p:spPr>
            <a:xfrm>
              <a:off x="5818297" y="3094411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2" y="646"/>
                    <a:pt x="433" y="646"/>
                  </a:cubicBezTo>
                  <a:cubicBezTo>
                    <a:pt x="603" y="646"/>
                    <a:pt x="767" y="518"/>
                    <a:pt x="767" y="323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42"/>
            <p:cNvSpPr/>
            <p:nvPr/>
          </p:nvSpPr>
          <p:spPr>
            <a:xfrm>
              <a:off x="5897985" y="3094411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3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3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42"/>
            <p:cNvSpPr/>
            <p:nvPr/>
          </p:nvSpPr>
          <p:spPr>
            <a:xfrm>
              <a:off x="5970082" y="3094411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7"/>
                    <a:pt x="204" y="551"/>
                  </a:cubicBezTo>
                  <a:cubicBezTo>
                    <a:pt x="270" y="617"/>
                    <a:pt x="351" y="646"/>
                    <a:pt x="431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42"/>
            <p:cNvSpPr/>
            <p:nvPr/>
          </p:nvSpPr>
          <p:spPr>
            <a:xfrm>
              <a:off x="6045790" y="3094411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42"/>
            <p:cNvSpPr/>
            <p:nvPr/>
          </p:nvSpPr>
          <p:spPr>
            <a:xfrm>
              <a:off x="6125076" y="3094411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3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3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42"/>
            <p:cNvSpPr/>
            <p:nvPr/>
          </p:nvSpPr>
          <p:spPr>
            <a:xfrm>
              <a:off x="5590805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7" y="1"/>
                    <a:pt x="450" y="1"/>
                    <a:pt x="444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42"/>
            <p:cNvSpPr/>
            <p:nvPr/>
          </p:nvSpPr>
          <p:spPr>
            <a:xfrm>
              <a:off x="5666915" y="3158047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51" y="1"/>
                  </a:moveTo>
                  <a:cubicBezTo>
                    <a:pt x="444" y="1"/>
                    <a:pt x="438" y="1"/>
                    <a:pt x="431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0" y="618"/>
                    <a:pt x="351" y="648"/>
                    <a:pt x="430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1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42"/>
            <p:cNvSpPr/>
            <p:nvPr/>
          </p:nvSpPr>
          <p:spPr>
            <a:xfrm>
              <a:off x="5742589" y="3158080"/>
              <a:ext cx="25548" cy="21769"/>
            </a:xfrm>
            <a:custGeom>
              <a:rect b="b" l="l" r="r" t="t"/>
              <a:pathLst>
                <a:path extrusionOk="0" h="651" w="764">
                  <a:moveTo>
                    <a:pt x="432" y="0"/>
                  </a:moveTo>
                  <a:cubicBezTo>
                    <a:pt x="144" y="0"/>
                    <a:pt x="1" y="360"/>
                    <a:pt x="204" y="563"/>
                  </a:cubicBezTo>
                  <a:cubicBezTo>
                    <a:pt x="272" y="624"/>
                    <a:pt x="353" y="651"/>
                    <a:pt x="431" y="651"/>
                  </a:cubicBezTo>
                  <a:cubicBezTo>
                    <a:pt x="603" y="651"/>
                    <a:pt x="763" y="521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42"/>
            <p:cNvSpPr/>
            <p:nvPr/>
          </p:nvSpPr>
          <p:spPr>
            <a:xfrm>
              <a:off x="5818297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2" y="1"/>
                  </a:moveTo>
                  <a:cubicBezTo>
                    <a:pt x="456" y="1"/>
                    <a:pt x="450" y="1"/>
                    <a:pt x="444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4" y="618"/>
                    <a:pt x="357" y="648"/>
                    <a:pt x="439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22" y="1"/>
                    <a:pt x="4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42"/>
            <p:cNvSpPr/>
            <p:nvPr/>
          </p:nvSpPr>
          <p:spPr>
            <a:xfrm>
              <a:off x="5894006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56" y="1"/>
                    <a:pt x="0" y="349"/>
                    <a:pt x="216" y="552"/>
                  </a:cubicBezTo>
                  <a:cubicBezTo>
                    <a:pt x="282" y="618"/>
                    <a:pt x="363" y="648"/>
                    <a:pt x="442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42"/>
            <p:cNvSpPr/>
            <p:nvPr/>
          </p:nvSpPr>
          <p:spPr>
            <a:xfrm>
              <a:off x="5970082" y="3158047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51" y="1"/>
                  </a:moveTo>
                  <a:cubicBezTo>
                    <a:pt x="445" y="1"/>
                    <a:pt x="438" y="1"/>
                    <a:pt x="432" y="1"/>
                  </a:cubicBezTo>
                  <a:cubicBezTo>
                    <a:pt x="144" y="1"/>
                    <a:pt x="1" y="349"/>
                    <a:pt x="204" y="552"/>
                  </a:cubicBezTo>
                  <a:cubicBezTo>
                    <a:pt x="270" y="618"/>
                    <a:pt x="351" y="648"/>
                    <a:pt x="431" y="648"/>
                  </a:cubicBezTo>
                  <a:cubicBezTo>
                    <a:pt x="596" y="648"/>
                    <a:pt x="755" y="519"/>
                    <a:pt x="755" y="325"/>
                  </a:cubicBezTo>
                  <a:cubicBezTo>
                    <a:pt x="755" y="152"/>
                    <a:pt x="622" y="1"/>
                    <a:pt x="45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42"/>
            <p:cNvSpPr/>
            <p:nvPr/>
          </p:nvSpPr>
          <p:spPr>
            <a:xfrm>
              <a:off x="6045890" y="3158080"/>
              <a:ext cx="25147" cy="21636"/>
            </a:xfrm>
            <a:custGeom>
              <a:rect b="b" l="l" r="r" t="t"/>
              <a:pathLst>
                <a:path extrusionOk="0" h="647" w="752">
                  <a:moveTo>
                    <a:pt x="415" y="0"/>
                  </a:moveTo>
                  <a:cubicBezTo>
                    <a:pt x="137" y="0"/>
                    <a:pt x="1" y="351"/>
                    <a:pt x="201" y="551"/>
                  </a:cubicBezTo>
                  <a:cubicBezTo>
                    <a:pt x="267" y="617"/>
                    <a:pt x="348" y="647"/>
                    <a:pt x="427" y="647"/>
                  </a:cubicBezTo>
                  <a:cubicBezTo>
                    <a:pt x="593" y="647"/>
                    <a:pt x="752" y="518"/>
                    <a:pt x="752" y="324"/>
                  </a:cubicBezTo>
                  <a:cubicBezTo>
                    <a:pt x="752" y="144"/>
                    <a:pt x="608" y="0"/>
                    <a:pt x="429" y="0"/>
                  </a:cubicBezTo>
                  <a:cubicBezTo>
                    <a:pt x="424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42"/>
            <p:cNvSpPr/>
            <p:nvPr/>
          </p:nvSpPr>
          <p:spPr>
            <a:xfrm>
              <a:off x="6121498" y="3158047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63" y="1"/>
                  </a:moveTo>
                  <a:cubicBezTo>
                    <a:pt x="456" y="1"/>
                    <a:pt x="450" y="1"/>
                    <a:pt x="443" y="1"/>
                  </a:cubicBezTo>
                  <a:cubicBezTo>
                    <a:pt x="144" y="1"/>
                    <a:pt x="0" y="349"/>
                    <a:pt x="204" y="552"/>
                  </a:cubicBezTo>
                  <a:cubicBezTo>
                    <a:pt x="273" y="618"/>
                    <a:pt x="357" y="648"/>
                    <a:pt x="438" y="648"/>
                  </a:cubicBezTo>
                  <a:cubicBezTo>
                    <a:pt x="608" y="648"/>
                    <a:pt x="767" y="519"/>
                    <a:pt x="767" y="325"/>
                  </a:cubicBezTo>
                  <a:cubicBezTo>
                    <a:pt x="767" y="152"/>
                    <a:pt x="633" y="1"/>
                    <a:pt x="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42"/>
            <p:cNvSpPr/>
            <p:nvPr/>
          </p:nvSpPr>
          <p:spPr>
            <a:xfrm>
              <a:off x="5590805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22"/>
                    <a:pt x="363" y="653"/>
                    <a:pt x="443" y="653"/>
                  </a:cubicBezTo>
                  <a:cubicBezTo>
                    <a:pt x="608" y="653"/>
                    <a:pt x="767" y="518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42"/>
            <p:cNvSpPr/>
            <p:nvPr/>
          </p:nvSpPr>
          <p:spPr>
            <a:xfrm>
              <a:off x="5670493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42"/>
            <p:cNvSpPr/>
            <p:nvPr/>
          </p:nvSpPr>
          <p:spPr>
            <a:xfrm>
              <a:off x="5742589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42"/>
            <p:cNvSpPr/>
            <p:nvPr/>
          </p:nvSpPr>
          <p:spPr>
            <a:xfrm>
              <a:off x="5818297" y="3221349"/>
              <a:ext cx="25648" cy="21836"/>
            </a:xfrm>
            <a:custGeom>
              <a:rect b="b" l="l" r="r" t="t"/>
              <a:pathLst>
                <a:path extrusionOk="0" h="653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2" y="653"/>
                    <a:pt x="434" y="653"/>
                  </a:cubicBezTo>
                  <a:cubicBezTo>
                    <a:pt x="603" y="653"/>
                    <a:pt x="767" y="518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42"/>
            <p:cNvSpPr/>
            <p:nvPr/>
          </p:nvSpPr>
          <p:spPr>
            <a:xfrm>
              <a:off x="5897985" y="3221349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42"/>
            <p:cNvSpPr/>
            <p:nvPr/>
          </p:nvSpPr>
          <p:spPr>
            <a:xfrm>
              <a:off x="5970082" y="3221349"/>
              <a:ext cx="25281" cy="21836"/>
            </a:xfrm>
            <a:custGeom>
              <a:rect b="b" l="l" r="r" t="t"/>
              <a:pathLst>
                <a:path extrusionOk="0" h="653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7" y="653"/>
                    <a:pt x="755" y="518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42"/>
            <p:cNvSpPr/>
            <p:nvPr/>
          </p:nvSpPr>
          <p:spPr>
            <a:xfrm>
              <a:off x="6045790" y="3221349"/>
              <a:ext cx="25247" cy="21836"/>
            </a:xfrm>
            <a:custGeom>
              <a:rect b="b" l="l" r="r" t="t"/>
              <a:pathLst>
                <a:path extrusionOk="0" h="653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22"/>
                    <a:pt x="351" y="653"/>
                    <a:pt x="431" y="653"/>
                  </a:cubicBezTo>
                  <a:cubicBezTo>
                    <a:pt x="596" y="653"/>
                    <a:pt x="755" y="518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42"/>
            <p:cNvSpPr/>
            <p:nvPr/>
          </p:nvSpPr>
          <p:spPr>
            <a:xfrm>
              <a:off x="6125076" y="3221349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42"/>
            <p:cNvSpPr/>
            <p:nvPr/>
          </p:nvSpPr>
          <p:spPr>
            <a:xfrm>
              <a:off x="5590805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42"/>
            <p:cNvSpPr/>
            <p:nvPr/>
          </p:nvSpPr>
          <p:spPr>
            <a:xfrm>
              <a:off x="5670493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42"/>
            <p:cNvSpPr/>
            <p:nvPr/>
          </p:nvSpPr>
          <p:spPr>
            <a:xfrm>
              <a:off x="5742589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42"/>
            <p:cNvSpPr/>
            <p:nvPr/>
          </p:nvSpPr>
          <p:spPr>
            <a:xfrm>
              <a:off x="5818297" y="328505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42"/>
            <p:cNvSpPr/>
            <p:nvPr/>
          </p:nvSpPr>
          <p:spPr>
            <a:xfrm>
              <a:off x="5897985" y="3285052"/>
              <a:ext cx="21669" cy="21636"/>
            </a:xfrm>
            <a:custGeom>
              <a:rect b="b" l="l" r="r" t="t"/>
              <a:pathLst>
                <a:path extrusionOk="0" h="647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42"/>
            <p:cNvSpPr/>
            <p:nvPr/>
          </p:nvSpPr>
          <p:spPr>
            <a:xfrm>
              <a:off x="5970082" y="328505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42"/>
            <p:cNvSpPr/>
            <p:nvPr/>
          </p:nvSpPr>
          <p:spPr>
            <a:xfrm>
              <a:off x="6045790" y="328505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42"/>
            <p:cNvSpPr/>
            <p:nvPr/>
          </p:nvSpPr>
          <p:spPr>
            <a:xfrm>
              <a:off x="6125076" y="3285052"/>
              <a:ext cx="22070" cy="21636"/>
            </a:xfrm>
            <a:custGeom>
              <a:rect b="b" l="l" r="r" t="t"/>
              <a:pathLst>
                <a:path extrusionOk="0" h="647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16" y="647"/>
                    <a:pt x="660" y="503"/>
                    <a:pt x="660" y="324"/>
                  </a:cubicBezTo>
                  <a:cubicBezTo>
                    <a:pt x="660" y="144"/>
                    <a:pt x="516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42"/>
            <p:cNvSpPr/>
            <p:nvPr/>
          </p:nvSpPr>
          <p:spPr>
            <a:xfrm>
              <a:off x="5590805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42"/>
            <p:cNvSpPr/>
            <p:nvPr/>
          </p:nvSpPr>
          <p:spPr>
            <a:xfrm>
              <a:off x="5666915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42"/>
            <p:cNvSpPr/>
            <p:nvPr/>
          </p:nvSpPr>
          <p:spPr>
            <a:xfrm>
              <a:off x="5742589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42"/>
            <p:cNvSpPr/>
            <p:nvPr/>
          </p:nvSpPr>
          <p:spPr>
            <a:xfrm>
              <a:off x="5818297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4" y="617"/>
                    <a:pt x="357" y="647"/>
                    <a:pt x="439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42"/>
            <p:cNvSpPr/>
            <p:nvPr/>
          </p:nvSpPr>
          <p:spPr>
            <a:xfrm>
              <a:off x="5894006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42"/>
            <p:cNvSpPr/>
            <p:nvPr/>
          </p:nvSpPr>
          <p:spPr>
            <a:xfrm>
              <a:off x="5970082" y="3348722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42"/>
            <p:cNvSpPr/>
            <p:nvPr/>
          </p:nvSpPr>
          <p:spPr>
            <a:xfrm>
              <a:off x="6045790" y="3348722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42"/>
            <p:cNvSpPr/>
            <p:nvPr/>
          </p:nvSpPr>
          <p:spPr>
            <a:xfrm>
              <a:off x="6121498" y="3348722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42"/>
            <p:cNvSpPr/>
            <p:nvPr/>
          </p:nvSpPr>
          <p:spPr>
            <a:xfrm>
              <a:off x="5590805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56" y="1"/>
                    <a:pt x="0" y="348"/>
                    <a:pt x="216" y="564"/>
                  </a:cubicBezTo>
                  <a:cubicBezTo>
                    <a:pt x="281" y="629"/>
                    <a:pt x="362" y="659"/>
                    <a:pt x="441" y="659"/>
                  </a:cubicBezTo>
                  <a:cubicBezTo>
                    <a:pt x="607" y="659"/>
                    <a:pt x="767" y="527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42"/>
            <p:cNvSpPr/>
            <p:nvPr/>
          </p:nvSpPr>
          <p:spPr>
            <a:xfrm>
              <a:off x="5670493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42"/>
            <p:cNvSpPr/>
            <p:nvPr/>
          </p:nvSpPr>
          <p:spPr>
            <a:xfrm>
              <a:off x="5742589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42"/>
            <p:cNvSpPr/>
            <p:nvPr/>
          </p:nvSpPr>
          <p:spPr>
            <a:xfrm>
              <a:off x="5818297" y="3411990"/>
              <a:ext cx="25648" cy="22037"/>
            </a:xfrm>
            <a:custGeom>
              <a:rect b="b" l="l" r="r" t="t"/>
              <a:pathLst>
                <a:path extrusionOk="0" h="659" w="767">
                  <a:moveTo>
                    <a:pt x="444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1" y="659"/>
                    <a:pt x="432" y="659"/>
                  </a:cubicBezTo>
                  <a:cubicBezTo>
                    <a:pt x="602" y="659"/>
                    <a:pt x="767" y="527"/>
                    <a:pt x="767" y="324"/>
                  </a:cubicBezTo>
                  <a:cubicBezTo>
                    <a:pt x="767" y="145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42"/>
            <p:cNvSpPr/>
            <p:nvPr/>
          </p:nvSpPr>
          <p:spPr>
            <a:xfrm>
              <a:off x="5897985" y="3411990"/>
              <a:ext cx="21669" cy="21669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5"/>
                    <a:pt x="1" y="324"/>
                  </a:cubicBezTo>
                  <a:cubicBezTo>
                    <a:pt x="1" y="504"/>
                    <a:pt x="145" y="648"/>
                    <a:pt x="324" y="648"/>
                  </a:cubicBezTo>
                  <a:cubicBezTo>
                    <a:pt x="504" y="648"/>
                    <a:pt x="648" y="504"/>
                    <a:pt x="648" y="324"/>
                  </a:cubicBezTo>
                  <a:cubicBezTo>
                    <a:pt x="648" y="145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42"/>
            <p:cNvSpPr/>
            <p:nvPr/>
          </p:nvSpPr>
          <p:spPr>
            <a:xfrm>
              <a:off x="5970082" y="3411990"/>
              <a:ext cx="25281" cy="22037"/>
            </a:xfrm>
            <a:custGeom>
              <a:rect b="b" l="l" r="r" t="t"/>
              <a:pathLst>
                <a:path extrusionOk="0" h="659" w="756">
                  <a:moveTo>
                    <a:pt x="432" y="1"/>
                  </a:moveTo>
                  <a:cubicBezTo>
                    <a:pt x="144" y="1"/>
                    <a:pt x="1" y="348"/>
                    <a:pt x="204" y="564"/>
                  </a:cubicBezTo>
                  <a:cubicBezTo>
                    <a:pt x="270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42"/>
            <p:cNvSpPr/>
            <p:nvPr/>
          </p:nvSpPr>
          <p:spPr>
            <a:xfrm>
              <a:off x="6045790" y="3411990"/>
              <a:ext cx="25247" cy="22037"/>
            </a:xfrm>
            <a:custGeom>
              <a:rect b="b" l="l" r="r" t="t"/>
              <a:pathLst>
                <a:path extrusionOk="0" h="659" w="755">
                  <a:moveTo>
                    <a:pt x="432" y="1"/>
                  </a:moveTo>
                  <a:cubicBezTo>
                    <a:pt x="144" y="1"/>
                    <a:pt x="0" y="348"/>
                    <a:pt x="204" y="564"/>
                  </a:cubicBezTo>
                  <a:cubicBezTo>
                    <a:pt x="269" y="629"/>
                    <a:pt x="350" y="659"/>
                    <a:pt x="429" y="659"/>
                  </a:cubicBezTo>
                  <a:cubicBezTo>
                    <a:pt x="595" y="659"/>
                    <a:pt x="755" y="527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42"/>
            <p:cNvSpPr/>
            <p:nvPr/>
          </p:nvSpPr>
          <p:spPr>
            <a:xfrm>
              <a:off x="6125076" y="3411990"/>
              <a:ext cx="22070" cy="21669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5"/>
                    <a:pt x="1" y="324"/>
                  </a:cubicBezTo>
                  <a:cubicBezTo>
                    <a:pt x="1" y="504"/>
                    <a:pt x="157" y="648"/>
                    <a:pt x="336" y="648"/>
                  </a:cubicBezTo>
                  <a:cubicBezTo>
                    <a:pt x="516" y="648"/>
                    <a:pt x="660" y="504"/>
                    <a:pt x="660" y="324"/>
                  </a:cubicBezTo>
                  <a:cubicBezTo>
                    <a:pt x="660" y="145"/>
                    <a:pt x="516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42"/>
            <p:cNvSpPr/>
            <p:nvPr/>
          </p:nvSpPr>
          <p:spPr>
            <a:xfrm>
              <a:off x="5590805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42"/>
            <p:cNvSpPr/>
            <p:nvPr/>
          </p:nvSpPr>
          <p:spPr>
            <a:xfrm>
              <a:off x="5666915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1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42"/>
            <p:cNvSpPr/>
            <p:nvPr/>
          </p:nvSpPr>
          <p:spPr>
            <a:xfrm>
              <a:off x="5742589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42"/>
            <p:cNvSpPr/>
            <p:nvPr/>
          </p:nvSpPr>
          <p:spPr>
            <a:xfrm>
              <a:off x="5818297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42"/>
            <p:cNvSpPr/>
            <p:nvPr/>
          </p:nvSpPr>
          <p:spPr>
            <a:xfrm>
              <a:off x="5894006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42"/>
            <p:cNvSpPr/>
            <p:nvPr/>
          </p:nvSpPr>
          <p:spPr>
            <a:xfrm>
              <a:off x="5970082" y="3475693"/>
              <a:ext cx="25281" cy="21636"/>
            </a:xfrm>
            <a:custGeom>
              <a:rect b="b" l="l" r="r" t="t"/>
              <a:pathLst>
                <a:path extrusionOk="0" h="647" w="756">
                  <a:moveTo>
                    <a:pt x="432" y="0"/>
                  </a:moveTo>
                  <a:cubicBezTo>
                    <a:pt x="144" y="0"/>
                    <a:pt x="1" y="348"/>
                    <a:pt x="204" y="551"/>
                  </a:cubicBezTo>
                  <a:cubicBezTo>
                    <a:pt x="270" y="617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42"/>
            <p:cNvSpPr/>
            <p:nvPr/>
          </p:nvSpPr>
          <p:spPr>
            <a:xfrm>
              <a:off x="6045790" y="3475693"/>
              <a:ext cx="25247" cy="21636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42"/>
            <p:cNvSpPr/>
            <p:nvPr/>
          </p:nvSpPr>
          <p:spPr>
            <a:xfrm>
              <a:off x="6121498" y="3475693"/>
              <a:ext cx="25648" cy="21636"/>
            </a:xfrm>
            <a:custGeom>
              <a:rect b="b" l="l" r="r" t="t"/>
              <a:pathLst>
                <a:path extrusionOk="0" h="647" w="767">
                  <a:moveTo>
                    <a:pt x="443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3" y="617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42"/>
            <p:cNvSpPr/>
            <p:nvPr/>
          </p:nvSpPr>
          <p:spPr>
            <a:xfrm>
              <a:off x="5590805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42"/>
            <p:cNvSpPr/>
            <p:nvPr/>
          </p:nvSpPr>
          <p:spPr>
            <a:xfrm>
              <a:off x="5666915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42"/>
            <p:cNvSpPr/>
            <p:nvPr/>
          </p:nvSpPr>
          <p:spPr>
            <a:xfrm>
              <a:off x="5742589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42"/>
            <p:cNvSpPr/>
            <p:nvPr/>
          </p:nvSpPr>
          <p:spPr>
            <a:xfrm>
              <a:off x="5818297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42"/>
            <p:cNvSpPr/>
            <p:nvPr/>
          </p:nvSpPr>
          <p:spPr>
            <a:xfrm>
              <a:off x="5894006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42"/>
            <p:cNvSpPr/>
            <p:nvPr/>
          </p:nvSpPr>
          <p:spPr>
            <a:xfrm>
              <a:off x="5970082" y="3539363"/>
              <a:ext cx="25281" cy="21669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2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42"/>
            <p:cNvSpPr/>
            <p:nvPr/>
          </p:nvSpPr>
          <p:spPr>
            <a:xfrm>
              <a:off x="6045790" y="3539363"/>
              <a:ext cx="25247" cy="21669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42"/>
            <p:cNvSpPr/>
            <p:nvPr/>
          </p:nvSpPr>
          <p:spPr>
            <a:xfrm>
              <a:off x="6121498" y="3539363"/>
              <a:ext cx="25648" cy="21669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3" y="618"/>
                    <a:pt x="357" y="647"/>
                    <a:pt x="438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SECTION_TITLE_AND_DESCRIPTION_1_1"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p43"/>
          <p:cNvSpPr/>
          <p:nvPr/>
        </p:nvSpPr>
        <p:spPr>
          <a:xfrm flipH="1">
            <a:off x="-7428" y="2841396"/>
            <a:ext cx="823460" cy="1680594"/>
          </a:xfrm>
          <a:custGeom>
            <a:rect b="b" l="l" r="r" t="t"/>
            <a:pathLst>
              <a:path extrusionOk="0" h="50257" w="24625">
                <a:moveTo>
                  <a:pt x="24625" y="1"/>
                </a:moveTo>
                <a:cubicBezTo>
                  <a:pt x="11055" y="372"/>
                  <a:pt x="0" y="11463"/>
                  <a:pt x="0" y="25129"/>
                </a:cubicBezTo>
                <a:cubicBezTo>
                  <a:pt x="0" y="38795"/>
                  <a:pt x="11055" y="49885"/>
                  <a:pt x="24625" y="50257"/>
                </a:cubicBezTo>
                <a:lnTo>
                  <a:pt x="24625" y="37585"/>
                </a:lnTo>
                <a:lnTo>
                  <a:pt x="20014" y="26063"/>
                </a:lnTo>
                <a:lnTo>
                  <a:pt x="24625" y="12673"/>
                </a:lnTo>
                <a:lnTo>
                  <a:pt x="24625" y="1"/>
                </a:lnTo>
                <a:close/>
              </a:path>
            </a:pathLst>
          </a:custGeom>
          <a:solidFill>
            <a:srgbClr val="0065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43"/>
          <p:cNvSpPr/>
          <p:nvPr/>
        </p:nvSpPr>
        <p:spPr>
          <a:xfrm flipH="1">
            <a:off x="-7428" y="3265148"/>
            <a:ext cx="412951" cy="832689"/>
          </a:xfrm>
          <a:custGeom>
            <a:rect b="b" l="l" r="r" t="t"/>
            <a:pathLst>
              <a:path extrusionOk="0" h="24901" w="12349">
                <a:moveTo>
                  <a:pt x="12349" y="1"/>
                </a:moveTo>
                <a:cubicBezTo>
                  <a:pt x="5594" y="144"/>
                  <a:pt x="1" y="5666"/>
                  <a:pt x="1" y="12445"/>
                </a:cubicBezTo>
                <a:cubicBezTo>
                  <a:pt x="1" y="19236"/>
                  <a:pt x="5594" y="24757"/>
                  <a:pt x="12349" y="24901"/>
                </a:cubicBezTo>
                <a:lnTo>
                  <a:pt x="12349" y="1"/>
                </a:ln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43"/>
          <p:cNvSpPr/>
          <p:nvPr/>
        </p:nvSpPr>
        <p:spPr>
          <a:xfrm flipH="1">
            <a:off x="-15236" y="3672566"/>
            <a:ext cx="2164003" cy="1311316"/>
          </a:xfrm>
          <a:custGeom>
            <a:rect b="b" l="l" r="r" t="t"/>
            <a:pathLst>
              <a:path extrusionOk="0" fill="none" h="39214" w="64713">
                <a:moveTo>
                  <a:pt x="1" y="39214"/>
                </a:moveTo>
                <a:lnTo>
                  <a:pt x="64713" y="1"/>
                </a:lnTo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8" name="Google Shape;3038;p43"/>
          <p:cNvSpPr/>
          <p:nvPr/>
        </p:nvSpPr>
        <p:spPr>
          <a:xfrm>
            <a:off x="8153577" y="2387014"/>
            <a:ext cx="403755" cy="375030"/>
          </a:xfrm>
          <a:custGeom>
            <a:rect b="b" l="l" r="r" t="t"/>
            <a:pathLst>
              <a:path extrusionOk="0" h="11215" w="12074">
                <a:moveTo>
                  <a:pt x="6019" y="1"/>
                </a:moveTo>
                <a:cubicBezTo>
                  <a:pt x="3324" y="1"/>
                  <a:pt x="945" y="1954"/>
                  <a:pt x="504" y="4711"/>
                </a:cubicBezTo>
                <a:cubicBezTo>
                  <a:pt x="1" y="7765"/>
                  <a:pt x="2085" y="10652"/>
                  <a:pt x="5139" y="11143"/>
                </a:cubicBezTo>
                <a:cubicBezTo>
                  <a:pt x="5441" y="11191"/>
                  <a:pt x="5741" y="11215"/>
                  <a:pt x="6037" y="11215"/>
                </a:cubicBezTo>
                <a:cubicBezTo>
                  <a:pt x="8740" y="11215"/>
                  <a:pt x="11128" y="9260"/>
                  <a:pt x="11571" y="6508"/>
                </a:cubicBezTo>
                <a:cubicBezTo>
                  <a:pt x="12074" y="3453"/>
                  <a:pt x="9990" y="567"/>
                  <a:pt x="6936" y="76"/>
                </a:cubicBezTo>
                <a:cubicBezTo>
                  <a:pt x="6628" y="25"/>
                  <a:pt x="6322" y="1"/>
                  <a:pt x="6019" y="1"/>
                </a:cubicBezTo>
                <a:close/>
              </a:path>
            </a:pathLst>
          </a:custGeom>
          <a:solidFill>
            <a:srgbClr val="FBBA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43"/>
          <p:cNvSpPr/>
          <p:nvPr/>
        </p:nvSpPr>
        <p:spPr>
          <a:xfrm>
            <a:off x="8012595" y="2231721"/>
            <a:ext cx="685721" cy="685319"/>
          </a:xfrm>
          <a:custGeom>
            <a:rect b="b" l="l" r="r" t="t"/>
            <a:pathLst>
              <a:path extrusionOk="0" fill="none" h="20494" w="20506">
                <a:moveTo>
                  <a:pt x="16853" y="3642"/>
                </a:moveTo>
                <a:cubicBezTo>
                  <a:pt x="20506" y="7295"/>
                  <a:pt x="20506" y="13200"/>
                  <a:pt x="16853" y="16853"/>
                </a:cubicBezTo>
                <a:cubicBezTo>
                  <a:pt x="13200" y="20494"/>
                  <a:pt x="7295" y="20494"/>
                  <a:pt x="3642" y="16853"/>
                </a:cubicBezTo>
                <a:cubicBezTo>
                  <a:pt x="1" y="13200"/>
                  <a:pt x="1" y="7295"/>
                  <a:pt x="3642" y="3642"/>
                </a:cubicBezTo>
                <a:cubicBezTo>
                  <a:pt x="7295" y="1"/>
                  <a:pt x="13200" y="1"/>
                  <a:pt x="16853" y="3642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43"/>
          <p:cNvSpPr/>
          <p:nvPr/>
        </p:nvSpPr>
        <p:spPr>
          <a:xfrm flipH="1">
            <a:off x="1410082" y="4424696"/>
            <a:ext cx="624425" cy="624425"/>
          </a:xfrm>
          <a:custGeom>
            <a:rect b="b" l="l" r="r" t="t"/>
            <a:pathLst>
              <a:path extrusionOk="0" fill="none" h="18673" w="18673">
                <a:moveTo>
                  <a:pt x="18672" y="9330"/>
                </a:moveTo>
                <a:cubicBezTo>
                  <a:pt x="18672" y="14493"/>
                  <a:pt x="14492" y="18673"/>
                  <a:pt x="9330" y="18673"/>
                </a:cubicBezTo>
                <a:cubicBezTo>
                  <a:pt x="4180" y="18673"/>
                  <a:pt x="0" y="14493"/>
                  <a:pt x="0" y="9330"/>
                </a:cubicBezTo>
                <a:cubicBezTo>
                  <a:pt x="0" y="4180"/>
                  <a:pt x="4180" y="0"/>
                  <a:pt x="9330" y="0"/>
                </a:cubicBezTo>
                <a:cubicBezTo>
                  <a:pt x="14492" y="0"/>
                  <a:pt x="18672" y="4180"/>
                  <a:pt x="18672" y="9330"/>
                </a:cubicBezTo>
                <a:close/>
              </a:path>
            </a:pathLst>
          </a:custGeom>
          <a:noFill/>
          <a:ln cap="flat" cmpd="sng" w="9525">
            <a:solidFill>
              <a:srgbClr val="121426"/>
            </a:solidFill>
            <a:prstDash val="solid"/>
            <a:miter lim="11977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1" name="Google Shape;3041;p43"/>
          <p:cNvSpPr/>
          <p:nvPr/>
        </p:nvSpPr>
        <p:spPr>
          <a:xfrm>
            <a:off x="8045447" y="0"/>
            <a:ext cx="620011" cy="890373"/>
          </a:xfrm>
          <a:custGeom>
            <a:rect b="b" l="l" r="r" t="t"/>
            <a:pathLst>
              <a:path extrusionOk="0" h="26626" w="18541">
                <a:moveTo>
                  <a:pt x="0" y="0"/>
                </a:moveTo>
                <a:lnTo>
                  <a:pt x="0" y="26625"/>
                </a:lnTo>
                <a:lnTo>
                  <a:pt x="12624" y="26625"/>
                </a:lnTo>
                <a:cubicBezTo>
                  <a:pt x="15894" y="26625"/>
                  <a:pt x="18541" y="23966"/>
                  <a:pt x="18541" y="20708"/>
                </a:cubicBezTo>
                <a:lnTo>
                  <a:pt x="185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42" name="Google Shape;3042;p43"/>
          <p:cNvGrpSpPr/>
          <p:nvPr/>
        </p:nvGrpSpPr>
        <p:grpSpPr>
          <a:xfrm>
            <a:off x="8471883" y="985604"/>
            <a:ext cx="555940" cy="467056"/>
            <a:chOff x="1655600" y="1342675"/>
            <a:chExt cx="415625" cy="349175"/>
          </a:xfrm>
        </p:grpSpPr>
        <p:sp>
          <p:nvSpPr>
            <p:cNvPr id="3043" name="Google Shape;3043;p43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43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43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43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43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43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43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43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43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43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43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43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43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43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43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43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43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43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43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43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43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43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43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43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43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43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43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43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43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43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43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43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43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43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43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43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43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43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43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43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43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43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43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43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43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43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43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43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43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43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43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43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43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43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43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43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43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43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43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43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43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43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43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43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107" name="Google Shape;3107;p43"/>
          <p:cNvCxnSpPr/>
          <p:nvPr/>
        </p:nvCxnSpPr>
        <p:spPr>
          <a:xfrm>
            <a:off x="8355450" y="9450"/>
            <a:ext cx="0" cy="255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5">
  <p:cSld name="TITLE_AND_TWO_COLUMNS_1_2_1_1_1_2"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9" name="Google Shape;3109;p44"/>
          <p:cNvCxnSpPr/>
          <p:nvPr/>
        </p:nvCxnSpPr>
        <p:spPr>
          <a:xfrm>
            <a:off x="8570950" y="0"/>
            <a:ext cx="0" cy="166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0" name="Google Shape;3110;p44"/>
          <p:cNvSpPr/>
          <p:nvPr/>
        </p:nvSpPr>
        <p:spPr>
          <a:xfrm>
            <a:off x="8403715" y="1391578"/>
            <a:ext cx="334467" cy="304739"/>
          </a:xfrm>
          <a:custGeom>
            <a:rect b="b" l="l" r="r" t="t"/>
            <a:pathLst>
              <a:path extrusionOk="0" h="9113" w="10002">
                <a:moveTo>
                  <a:pt x="5003" y="0"/>
                </a:moveTo>
                <a:cubicBezTo>
                  <a:pt x="3837" y="0"/>
                  <a:pt x="2672" y="447"/>
                  <a:pt x="1785" y="1339"/>
                </a:cubicBezTo>
                <a:cubicBezTo>
                  <a:pt x="1" y="3112"/>
                  <a:pt x="1" y="5998"/>
                  <a:pt x="1785" y="7783"/>
                </a:cubicBezTo>
                <a:cubicBezTo>
                  <a:pt x="2672" y="8669"/>
                  <a:pt x="3837" y="9112"/>
                  <a:pt x="5003" y="9112"/>
                </a:cubicBezTo>
                <a:cubicBezTo>
                  <a:pt x="6169" y="9112"/>
                  <a:pt x="7337" y="8669"/>
                  <a:pt x="8229" y="7783"/>
                </a:cubicBezTo>
                <a:cubicBezTo>
                  <a:pt x="10002" y="5998"/>
                  <a:pt x="10002" y="3112"/>
                  <a:pt x="8229" y="1339"/>
                </a:cubicBezTo>
                <a:cubicBezTo>
                  <a:pt x="7337" y="447"/>
                  <a:pt x="6169" y="0"/>
                  <a:pt x="500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11" name="Google Shape;3111;p44"/>
          <p:cNvGrpSpPr/>
          <p:nvPr/>
        </p:nvGrpSpPr>
        <p:grpSpPr>
          <a:xfrm>
            <a:off x="7912658" y="-9"/>
            <a:ext cx="555940" cy="467056"/>
            <a:chOff x="1655600" y="1342675"/>
            <a:chExt cx="415625" cy="349175"/>
          </a:xfrm>
        </p:grpSpPr>
        <p:sp>
          <p:nvSpPr>
            <p:cNvPr id="3112" name="Google Shape;3112;p44"/>
            <p:cNvSpPr/>
            <p:nvPr/>
          </p:nvSpPr>
          <p:spPr>
            <a:xfrm>
              <a:off x="1655600" y="134297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44"/>
            <p:cNvSpPr/>
            <p:nvPr/>
          </p:nvSpPr>
          <p:spPr>
            <a:xfrm>
              <a:off x="1712200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44"/>
            <p:cNvSpPr/>
            <p:nvPr/>
          </p:nvSpPr>
          <p:spPr>
            <a:xfrm>
              <a:off x="176880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45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44"/>
            <p:cNvSpPr/>
            <p:nvPr/>
          </p:nvSpPr>
          <p:spPr>
            <a:xfrm>
              <a:off x="1825675" y="1342675"/>
              <a:ext cx="18900" cy="16500"/>
            </a:xfrm>
            <a:custGeom>
              <a:rect b="b" l="l" r="r" t="t"/>
              <a:pathLst>
                <a:path extrusionOk="0" h="660" w="756">
                  <a:moveTo>
                    <a:pt x="432" y="1"/>
                  </a:moveTo>
                  <a:cubicBezTo>
                    <a:pt x="144" y="13"/>
                    <a:pt x="1" y="360"/>
                    <a:pt x="192" y="564"/>
                  </a:cubicBezTo>
                  <a:cubicBezTo>
                    <a:pt x="258" y="630"/>
                    <a:pt x="339" y="659"/>
                    <a:pt x="419" y="659"/>
                  </a:cubicBezTo>
                  <a:cubicBezTo>
                    <a:pt x="586" y="659"/>
                    <a:pt x="747" y="531"/>
                    <a:pt x="755" y="336"/>
                  </a:cubicBezTo>
                  <a:cubicBezTo>
                    <a:pt x="755" y="157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44"/>
            <p:cNvSpPr/>
            <p:nvPr/>
          </p:nvSpPr>
          <p:spPr>
            <a:xfrm>
              <a:off x="18822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44"/>
            <p:cNvSpPr/>
            <p:nvPr/>
          </p:nvSpPr>
          <p:spPr>
            <a:xfrm>
              <a:off x="1938875" y="134297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44"/>
            <p:cNvSpPr/>
            <p:nvPr/>
          </p:nvSpPr>
          <p:spPr>
            <a:xfrm>
              <a:off x="1995450" y="134297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44"/>
            <p:cNvSpPr/>
            <p:nvPr/>
          </p:nvSpPr>
          <p:spPr>
            <a:xfrm>
              <a:off x="2052050" y="134297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44"/>
            <p:cNvSpPr/>
            <p:nvPr/>
          </p:nvSpPr>
          <p:spPr>
            <a:xfrm>
              <a:off x="165830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44"/>
            <p:cNvSpPr/>
            <p:nvPr/>
          </p:nvSpPr>
          <p:spPr>
            <a:xfrm>
              <a:off x="1712200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44"/>
            <p:cNvSpPr/>
            <p:nvPr/>
          </p:nvSpPr>
          <p:spPr>
            <a:xfrm>
              <a:off x="1771475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44"/>
            <p:cNvSpPr/>
            <p:nvPr/>
          </p:nvSpPr>
          <p:spPr>
            <a:xfrm>
              <a:off x="1828375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44"/>
            <p:cNvSpPr/>
            <p:nvPr/>
          </p:nvSpPr>
          <p:spPr>
            <a:xfrm>
              <a:off x="1882275" y="139030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17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44"/>
            <p:cNvSpPr/>
            <p:nvPr/>
          </p:nvSpPr>
          <p:spPr>
            <a:xfrm>
              <a:off x="1941550" y="13903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44"/>
            <p:cNvSpPr/>
            <p:nvPr/>
          </p:nvSpPr>
          <p:spPr>
            <a:xfrm>
              <a:off x="1998150" y="13903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44"/>
            <p:cNvSpPr/>
            <p:nvPr/>
          </p:nvSpPr>
          <p:spPr>
            <a:xfrm>
              <a:off x="2052050" y="139030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17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44"/>
            <p:cNvSpPr/>
            <p:nvPr/>
          </p:nvSpPr>
          <p:spPr>
            <a:xfrm>
              <a:off x="165830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44"/>
            <p:cNvSpPr/>
            <p:nvPr/>
          </p:nvSpPr>
          <p:spPr>
            <a:xfrm>
              <a:off x="1712200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44"/>
            <p:cNvSpPr/>
            <p:nvPr/>
          </p:nvSpPr>
          <p:spPr>
            <a:xfrm>
              <a:off x="1771475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7" y="1"/>
                    <a:pt x="1" y="144"/>
                    <a:pt x="1" y="324"/>
                  </a:cubicBezTo>
                  <a:cubicBezTo>
                    <a:pt x="1" y="504"/>
                    <a:pt x="157" y="647"/>
                    <a:pt x="336" y="647"/>
                  </a:cubicBezTo>
                  <a:cubicBezTo>
                    <a:pt x="504" y="647"/>
                    <a:pt x="660" y="504"/>
                    <a:pt x="660" y="324"/>
                  </a:cubicBezTo>
                  <a:cubicBezTo>
                    <a:pt x="660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44"/>
            <p:cNvSpPr/>
            <p:nvPr/>
          </p:nvSpPr>
          <p:spPr>
            <a:xfrm>
              <a:off x="1828375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4" y="1"/>
                    <a:pt x="0" y="144"/>
                    <a:pt x="0" y="324"/>
                  </a:cubicBezTo>
                  <a:cubicBezTo>
                    <a:pt x="0" y="504"/>
                    <a:pt x="144" y="647"/>
                    <a:pt x="324" y="647"/>
                  </a:cubicBezTo>
                  <a:cubicBezTo>
                    <a:pt x="503" y="647"/>
                    <a:pt x="647" y="504"/>
                    <a:pt x="647" y="324"/>
                  </a:cubicBezTo>
                  <a:cubicBezTo>
                    <a:pt x="647" y="144"/>
                    <a:pt x="503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44"/>
            <p:cNvSpPr/>
            <p:nvPr/>
          </p:nvSpPr>
          <p:spPr>
            <a:xfrm>
              <a:off x="1882275" y="14379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44"/>
            <p:cNvSpPr/>
            <p:nvPr/>
          </p:nvSpPr>
          <p:spPr>
            <a:xfrm>
              <a:off x="1941550" y="1437900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1"/>
                  </a:moveTo>
                  <a:cubicBezTo>
                    <a:pt x="145" y="1"/>
                    <a:pt x="1" y="144"/>
                    <a:pt x="1" y="324"/>
                  </a:cubicBezTo>
                  <a:cubicBezTo>
                    <a:pt x="1" y="504"/>
                    <a:pt x="145" y="647"/>
                    <a:pt x="324" y="647"/>
                  </a:cubicBezTo>
                  <a:cubicBezTo>
                    <a:pt x="504" y="647"/>
                    <a:pt x="648" y="504"/>
                    <a:pt x="648" y="324"/>
                  </a:cubicBezTo>
                  <a:cubicBezTo>
                    <a:pt x="648" y="144"/>
                    <a:pt x="504" y="1"/>
                    <a:pt x="3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44"/>
            <p:cNvSpPr/>
            <p:nvPr/>
          </p:nvSpPr>
          <p:spPr>
            <a:xfrm>
              <a:off x="1998150" y="1437900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1"/>
                  </a:moveTo>
                  <a:cubicBezTo>
                    <a:pt x="156" y="1"/>
                    <a:pt x="0" y="144"/>
                    <a:pt x="0" y="324"/>
                  </a:cubicBezTo>
                  <a:cubicBezTo>
                    <a:pt x="0" y="504"/>
                    <a:pt x="156" y="647"/>
                    <a:pt x="336" y="647"/>
                  </a:cubicBezTo>
                  <a:cubicBezTo>
                    <a:pt x="504" y="647"/>
                    <a:pt x="659" y="504"/>
                    <a:pt x="659" y="324"/>
                  </a:cubicBezTo>
                  <a:cubicBezTo>
                    <a:pt x="659" y="144"/>
                    <a:pt x="504" y="1"/>
                    <a:pt x="3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44"/>
            <p:cNvSpPr/>
            <p:nvPr/>
          </p:nvSpPr>
          <p:spPr>
            <a:xfrm>
              <a:off x="2052050" y="14379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44"/>
            <p:cNvSpPr/>
            <p:nvPr/>
          </p:nvSpPr>
          <p:spPr>
            <a:xfrm>
              <a:off x="1655600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44"/>
            <p:cNvSpPr/>
            <p:nvPr/>
          </p:nvSpPr>
          <p:spPr>
            <a:xfrm>
              <a:off x="1712200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44"/>
            <p:cNvSpPr/>
            <p:nvPr/>
          </p:nvSpPr>
          <p:spPr>
            <a:xfrm>
              <a:off x="176880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61" y="0"/>
                  </a:moveTo>
                  <a:cubicBezTo>
                    <a:pt x="455" y="0"/>
                    <a:pt x="449" y="1"/>
                    <a:pt x="443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9"/>
                    <a:pt x="767" y="324"/>
                  </a:cubicBezTo>
                  <a:cubicBezTo>
                    <a:pt x="767" y="151"/>
                    <a:pt x="622" y="0"/>
                    <a:pt x="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44"/>
            <p:cNvSpPr/>
            <p:nvPr/>
          </p:nvSpPr>
          <p:spPr>
            <a:xfrm>
              <a:off x="1825675" y="1485500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2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44"/>
            <p:cNvSpPr/>
            <p:nvPr/>
          </p:nvSpPr>
          <p:spPr>
            <a:xfrm>
              <a:off x="18822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51" y="0"/>
                  </a:moveTo>
                  <a:cubicBezTo>
                    <a:pt x="445" y="0"/>
                    <a:pt x="438" y="1"/>
                    <a:pt x="432" y="1"/>
                  </a:cubicBez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51"/>
                    <a:pt x="621" y="0"/>
                    <a:pt x="4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44"/>
            <p:cNvSpPr/>
            <p:nvPr/>
          </p:nvSpPr>
          <p:spPr>
            <a:xfrm>
              <a:off x="1938875" y="1485500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9"/>
                    <a:pt x="755" y="324"/>
                  </a:cubicBezTo>
                  <a:cubicBezTo>
                    <a:pt x="755" y="145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44"/>
            <p:cNvSpPr/>
            <p:nvPr/>
          </p:nvSpPr>
          <p:spPr>
            <a:xfrm>
              <a:off x="1995450" y="1485500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9"/>
                    <a:pt x="767" y="324"/>
                  </a:cubicBezTo>
                  <a:cubicBezTo>
                    <a:pt x="767" y="145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44"/>
            <p:cNvSpPr/>
            <p:nvPr/>
          </p:nvSpPr>
          <p:spPr>
            <a:xfrm>
              <a:off x="2052050" y="1485500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9"/>
                    <a:pt x="767" y="324"/>
                  </a:cubicBezTo>
                  <a:cubicBezTo>
                    <a:pt x="767" y="145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44"/>
            <p:cNvSpPr/>
            <p:nvPr/>
          </p:nvSpPr>
          <p:spPr>
            <a:xfrm>
              <a:off x="165830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44"/>
            <p:cNvSpPr/>
            <p:nvPr/>
          </p:nvSpPr>
          <p:spPr>
            <a:xfrm>
              <a:off x="1712200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44"/>
            <p:cNvSpPr/>
            <p:nvPr/>
          </p:nvSpPr>
          <p:spPr>
            <a:xfrm>
              <a:off x="1771475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47"/>
                    <a:pt x="336" y="647"/>
                  </a:cubicBezTo>
                  <a:cubicBezTo>
                    <a:pt x="504" y="647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44"/>
            <p:cNvSpPr/>
            <p:nvPr/>
          </p:nvSpPr>
          <p:spPr>
            <a:xfrm>
              <a:off x="1828375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47"/>
                    <a:pt x="324" y="647"/>
                  </a:cubicBezTo>
                  <a:cubicBezTo>
                    <a:pt x="503" y="647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44"/>
            <p:cNvSpPr/>
            <p:nvPr/>
          </p:nvSpPr>
          <p:spPr>
            <a:xfrm>
              <a:off x="1882275" y="1532825"/>
              <a:ext cx="18875" cy="16325"/>
            </a:xfrm>
            <a:custGeom>
              <a:rect b="b" l="l" r="r" t="t"/>
              <a:pathLst>
                <a:path extrusionOk="0" h="653" w="755">
                  <a:moveTo>
                    <a:pt x="432" y="0"/>
                  </a:moveTo>
                  <a:cubicBezTo>
                    <a:pt x="144" y="0"/>
                    <a:pt x="0" y="348"/>
                    <a:pt x="204" y="551"/>
                  </a:cubicBezTo>
                  <a:cubicBezTo>
                    <a:pt x="270" y="621"/>
                    <a:pt x="351" y="652"/>
                    <a:pt x="431" y="652"/>
                  </a:cubicBezTo>
                  <a:cubicBezTo>
                    <a:pt x="596" y="652"/>
                    <a:pt x="755" y="518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44"/>
            <p:cNvSpPr/>
            <p:nvPr/>
          </p:nvSpPr>
          <p:spPr>
            <a:xfrm>
              <a:off x="1941550" y="1532825"/>
              <a:ext cx="16200" cy="16200"/>
            </a:xfrm>
            <a:custGeom>
              <a:rect b="b" l="l" r="r" t="t"/>
              <a:pathLst>
                <a:path extrusionOk="0" h="648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47"/>
                    <a:pt x="324" y="647"/>
                  </a:cubicBezTo>
                  <a:cubicBezTo>
                    <a:pt x="504" y="647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44"/>
            <p:cNvSpPr/>
            <p:nvPr/>
          </p:nvSpPr>
          <p:spPr>
            <a:xfrm>
              <a:off x="1998150" y="1532825"/>
              <a:ext cx="16500" cy="16200"/>
            </a:xfrm>
            <a:custGeom>
              <a:rect b="b" l="l" r="r" t="t"/>
              <a:pathLst>
                <a:path extrusionOk="0" h="648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47"/>
                    <a:pt x="336" y="647"/>
                  </a:cubicBezTo>
                  <a:cubicBezTo>
                    <a:pt x="504" y="647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44"/>
            <p:cNvSpPr/>
            <p:nvPr/>
          </p:nvSpPr>
          <p:spPr>
            <a:xfrm>
              <a:off x="2052050" y="1532825"/>
              <a:ext cx="19175" cy="16325"/>
            </a:xfrm>
            <a:custGeom>
              <a:rect b="b" l="l" r="r" t="t"/>
              <a:pathLst>
                <a:path extrusionOk="0" h="653" w="767">
                  <a:moveTo>
                    <a:pt x="444" y="0"/>
                  </a:moveTo>
                  <a:cubicBezTo>
                    <a:pt x="156" y="0"/>
                    <a:pt x="0" y="348"/>
                    <a:pt x="216" y="551"/>
                  </a:cubicBezTo>
                  <a:cubicBezTo>
                    <a:pt x="282" y="621"/>
                    <a:pt x="363" y="652"/>
                    <a:pt x="443" y="652"/>
                  </a:cubicBezTo>
                  <a:cubicBezTo>
                    <a:pt x="608" y="652"/>
                    <a:pt x="767" y="518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44"/>
            <p:cNvSpPr/>
            <p:nvPr/>
          </p:nvSpPr>
          <p:spPr>
            <a:xfrm>
              <a:off x="1655600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44"/>
            <p:cNvSpPr/>
            <p:nvPr/>
          </p:nvSpPr>
          <p:spPr>
            <a:xfrm>
              <a:off x="1712200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44"/>
            <p:cNvSpPr/>
            <p:nvPr/>
          </p:nvSpPr>
          <p:spPr>
            <a:xfrm>
              <a:off x="176880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3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2" y="647"/>
                    <a:pt x="433" y="647"/>
                  </a:cubicBezTo>
                  <a:cubicBezTo>
                    <a:pt x="602" y="647"/>
                    <a:pt x="767" y="518"/>
                    <a:pt x="767" y="324"/>
                  </a:cubicBezTo>
                  <a:cubicBezTo>
                    <a:pt x="767" y="144"/>
                    <a:pt x="611" y="1"/>
                    <a:pt x="4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44"/>
            <p:cNvSpPr/>
            <p:nvPr/>
          </p:nvSpPr>
          <p:spPr>
            <a:xfrm>
              <a:off x="1825675" y="1580425"/>
              <a:ext cx="18900" cy="16200"/>
            </a:xfrm>
            <a:custGeom>
              <a:rect b="b" l="l" r="r" t="t"/>
              <a:pathLst>
                <a:path extrusionOk="0" h="648" w="756">
                  <a:moveTo>
                    <a:pt x="432" y="1"/>
                  </a:moveTo>
                  <a:cubicBezTo>
                    <a:pt x="132" y="1"/>
                    <a:pt x="1" y="348"/>
                    <a:pt x="204" y="552"/>
                  </a:cubicBezTo>
                  <a:cubicBezTo>
                    <a:pt x="270" y="618"/>
                    <a:pt x="351" y="647"/>
                    <a:pt x="431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44"/>
            <p:cNvSpPr/>
            <p:nvPr/>
          </p:nvSpPr>
          <p:spPr>
            <a:xfrm>
              <a:off x="18822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2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44"/>
            <p:cNvSpPr/>
            <p:nvPr/>
          </p:nvSpPr>
          <p:spPr>
            <a:xfrm>
              <a:off x="1938875" y="1580425"/>
              <a:ext cx="18875" cy="16200"/>
            </a:xfrm>
            <a:custGeom>
              <a:rect b="b" l="l" r="r" t="t"/>
              <a:pathLst>
                <a:path extrusionOk="0" h="648" w="755">
                  <a:moveTo>
                    <a:pt x="431" y="1"/>
                  </a:moveTo>
                  <a:cubicBezTo>
                    <a:pt x="144" y="1"/>
                    <a:pt x="0" y="348"/>
                    <a:pt x="204" y="552"/>
                  </a:cubicBezTo>
                  <a:cubicBezTo>
                    <a:pt x="270" y="618"/>
                    <a:pt x="351" y="647"/>
                    <a:pt x="430" y="647"/>
                  </a:cubicBezTo>
                  <a:cubicBezTo>
                    <a:pt x="596" y="647"/>
                    <a:pt x="755" y="518"/>
                    <a:pt x="755" y="324"/>
                  </a:cubicBezTo>
                  <a:cubicBezTo>
                    <a:pt x="755" y="144"/>
                    <a:pt x="611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44"/>
            <p:cNvSpPr/>
            <p:nvPr/>
          </p:nvSpPr>
          <p:spPr>
            <a:xfrm>
              <a:off x="1995450" y="1580425"/>
              <a:ext cx="19200" cy="16200"/>
            </a:xfrm>
            <a:custGeom>
              <a:rect b="b" l="l" r="r" t="t"/>
              <a:pathLst>
                <a:path extrusionOk="0" h="648" w="768">
                  <a:moveTo>
                    <a:pt x="444" y="1"/>
                  </a:moveTo>
                  <a:cubicBezTo>
                    <a:pt x="144" y="1"/>
                    <a:pt x="1" y="348"/>
                    <a:pt x="204" y="552"/>
                  </a:cubicBezTo>
                  <a:cubicBezTo>
                    <a:pt x="270" y="618"/>
                    <a:pt x="353" y="647"/>
                    <a:pt x="434" y="647"/>
                  </a:cubicBezTo>
                  <a:cubicBezTo>
                    <a:pt x="603" y="647"/>
                    <a:pt x="767" y="518"/>
                    <a:pt x="767" y="324"/>
                  </a:cubicBezTo>
                  <a:cubicBezTo>
                    <a:pt x="767" y="144"/>
                    <a:pt x="612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44"/>
            <p:cNvSpPr/>
            <p:nvPr/>
          </p:nvSpPr>
          <p:spPr>
            <a:xfrm>
              <a:off x="2052050" y="1580425"/>
              <a:ext cx="19175" cy="16200"/>
            </a:xfrm>
            <a:custGeom>
              <a:rect b="b" l="l" r="r" t="t"/>
              <a:pathLst>
                <a:path extrusionOk="0" h="648" w="767">
                  <a:moveTo>
                    <a:pt x="444" y="1"/>
                  </a:moveTo>
                  <a:cubicBezTo>
                    <a:pt x="156" y="1"/>
                    <a:pt x="0" y="348"/>
                    <a:pt x="216" y="552"/>
                  </a:cubicBezTo>
                  <a:cubicBezTo>
                    <a:pt x="282" y="618"/>
                    <a:pt x="363" y="647"/>
                    <a:pt x="442" y="647"/>
                  </a:cubicBezTo>
                  <a:cubicBezTo>
                    <a:pt x="608" y="647"/>
                    <a:pt x="767" y="518"/>
                    <a:pt x="767" y="324"/>
                  </a:cubicBezTo>
                  <a:cubicBezTo>
                    <a:pt x="767" y="144"/>
                    <a:pt x="623" y="1"/>
                    <a:pt x="4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44"/>
            <p:cNvSpPr/>
            <p:nvPr/>
          </p:nvSpPr>
          <p:spPr>
            <a:xfrm>
              <a:off x="165830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44"/>
            <p:cNvSpPr/>
            <p:nvPr/>
          </p:nvSpPr>
          <p:spPr>
            <a:xfrm>
              <a:off x="1712200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44"/>
            <p:cNvSpPr/>
            <p:nvPr/>
          </p:nvSpPr>
          <p:spPr>
            <a:xfrm>
              <a:off x="1771475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7" y="0"/>
                    <a:pt x="1" y="156"/>
                    <a:pt x="1" y="335"/>
                  </a:cubicBezTo>
                  <a:cubicBezTo>
                    <a:pt x="1" y="515"/>
                    <a:pt x="157" y="659"/>
                    <a:pt x="336" y="659"/>
                  </a:cubicBezTo>
                  <a:cubicBezTo>
                    <a:pt x="504" y="659"/>
                    <a:pt x="660" y="515"/>
                    <a:pt x="660" y="335"/>
                  </a:cubicBezTo>
                  <a:cubicBezTo>
                    <a:pt x="660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44"/>
            <p:cNvSpPr/>
            <p:nvPr/>
          </p:nvSpPr>
          <p:spPr>
            <a:xfrm>
              <a:off x="1828375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4" y="0"/>
                    <a:pt x="0" y="156"/>
                    <a:pt x="0" y="335"/>
                  </a:cubicBezTo>
                  <a:cubicBezTo>
                    <a:pt x="0" y="515"/>
                    <a:pt x="144" y="659"/>
                    <a:pt x="324" y="659"/>
                  </a:cubicBezTo>
                  <a:cubicBezTo>
                    <a:pt x="503" y="659"/>
                    <a:pt x="647" y="515"/>
                    <a:pt x="647" y="335"/>
                  </a:cubicBezTo>
                  <a:cubicBezTo>
                    <a:pt x="647" y="156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44"/>
            <p:cNvSpPr/>
            <p:nvPr/>
          </p:nvSpPr>
          <p:spPr>
            <a:xfrm>
              <a:off x="1882275" y="1628050"/>
              <a:ext cx="18875" cy="16175"/>
            </a:xfrm>
            <a:custGeom>
              <a:rect b="b" l="l" r="r" t="t"/>
              <a:pathLst>
                <a:path extrusionOk="0" h="647" w="755">
                  <a:moveTo>
                    <a:pt x="432" y="0"/>
                  </a:moveTo>
                  <a:cubicBezTo>
                    <a:pt x="144" y="0"/>
                    <a:pt x="0" y="347"/>
                    <a:pt x="204" y="551"/>
                  </a:cubicBezTo>
                  <a:cubicBezTo>
                    <a:pt x="270" y="617"/>
                    <a:pt x="351" y="646"/>
                    <a:pt x="430" y="646"/>
                  </a:cubicBezTo>
                  <a:cubicBezTo>
                    <a:pt x="596" y="646"/>
                    <a:pt x="755" y="518"/>
                    <a:pt x="755" y="323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44"/>
            <p:cNvSpPr/>
            <p:nvPr/>
          </p:nvSpPr>
          <p:spPr>
            <a:xfrm>
              <a:off x="1941550" y="1627750"/>
              <a:ext cx="16200" cy="16475"/>
            </a:xfrm>
            <a:custGeom>
              <a:rect b="b" l="l" r="r" t="t"/>
              <a:pathLst>
                <a:path extrusionOk="0" h="659" w="648">
                  <a:moveTo>
                    <a:pt x="324" y="0"/>
                  </a:moveTo>
                  <a:cubicBezTo>
                    <a:pt x="145" y="0"/>
                    <a:pt x="1" y="156"/>
                    <a:pt x="1" y="335"/>
                  </a:cubicBezTo>
                  <a:cubicBezTo>
                    <a:pt x="1" y="515"/>
                    <a:pt x="145" y="659"/>
                    <a:pt x="324" y="659"/>
                  </a:cubicBezTo>
                  <a:cubicBezTo>
                    <a:pt x="504" y="659"/>
                    <a:pt x="648" y="515"/>
                    <a:pt x="648" y="335"/>
                  </a:cubicBezTo>
                  <a:cubicBezTo>
                    <a:pt x="648" y="156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44"/>
            <p:cNvSpPr/>
            <p:nvPr/>
          </p:nvSpPr>
          <p:spPr>
            <a:xfrm>
              <a:off x="1998150" y="1627750"/>
              <a:ext cx="16500" cy="16475"/>
            </a:xfrm>
            <a:custGeom>
              <a:rect b="b" l="l" r="r" t="t"/>
              <a:pathLst>
                <a:path extrusionOk="0" h="659" w="660">
                  <a:moveTo>
                    <a:pt x="336" y="0"/>
                  </a:moveTo>
                  <a:cubicBezTo>
                    <a:pt x="156" y="0"/>
                    <a:pt x="0" y="156"/>
                    <a:pt x="0" y="335"/>
                  </a:cubicBezTo>
                  <a:cubicBezTo>
                    <a:pt x="0" y="515"/>
                    <a:pt x="156" y="659"/>
                    <a:pt x="336" y="659"/>
                  </a:cubicBezTo>
                  <a:cubicBezTo>
                    <a:pt x="504" y="659"/>
                    <a:pt x="659" y="515"/>
                    <a:pt x="659" y="335"/>
                  </a:cubicBezTo>
                  <a:cubicBezTo>
                    <a:pt x="659" y="156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44"/>
            <p:cNvSpPr/>
            <p:nvPr/>
          </p:nvSpPr>
          <p:spPr>
            <a:xfrm>
              <a:off x="2052050" y="1628050"/>
              <a:ext cx="19175" cy="16175"/>
            </a:xfrm>
            <a:custGeom>
              <a:rect b="b" l="l" r="r" t="t"/>
              <a:pathLst>
                <a:path extrusionOk="0" h="647" w="767">
                  <a:moveTo>
                    <a:pt x="444" y="0"/>
                  </a:moveTo>
                  <a:cubicBezTo>
                    <a:pt x="156" y="0"/>
                    <a:pt x="0" y="347"/>
                    <a:pt x="216" y="551"/>
                  </a:cubicBezTo>
                  <a:cubicBezTo>
                    <a:pt x="282" y="617"/>
                    <a:pt x="363" y="646"/>
                    <a:pt x="442" y="646"/>
                  </a:cubicBezTo>
                  <a:cubicBezTo>
                    <a:pt x="608" y="646"/>
                    <a:pt x="767" y="518"/>
                    <a:pt x="767" y="323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44"/>
            <p:cNvSpPr/>
            <p:nvPr/>
          </p:nvSpPr>
          <p:spPr>
            <a:xfrm>
              <a:off x="165830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44"/>
            <p:cNvSpPr/>
            <p:nvPr/>
          </p:nvSpPr>
          <p:spPr>
            <a:xfrm>
              <a:off x="1712200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44"/>
            <p:cNvSpPr/>
            <p:nvPr/>
          </p:nvSpPr>
          <p:spPr>
            <a:xfrm>
              <a:off x="1771475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7" y="0"/>
                    <a:pt x="1" y="144"/>
                    <a:pt x="1" y="324"/>
                  </a:cubicBezTo>
                  <a:cubicBezTo>
                    <a:pt x="1" y="503"/>
                    <a:pt x="157" y="659"/>
                    <a:pt x="336" y="659"/>
                  </a:cubicBezTo>
                  <a:cubicBezTo>
                    <a:pt x="504" y="659"/>
                    <a:pt x="660" y="503"/>
                    <a:pt x="660" y="324"/>
                  </a:cubicBezTo>
                  <a:cubicBezTo>
                    <a:pt x="660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44"/>
            <p:cNvSpPr/>
            <p:nvPr/>
          </p:nvSpPr>
          <p:spPr>
            <a:xfrm>
              <a:off x="1828375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4" y="0"/>
                    <a:pt x="0" y="144"/>
                    <a:pt x="0" y="324"/>
                  </a:cubicBezTo>
                  <a:cubicBezTo>
                    <a:pt x="0" y="503"/>
                    <a:pt x="144" y="659"/>
                    <a:pt x="324" y="659"/>
                  </a:cubicBezTo>
                  <a:cubicBezTo>
                    <a:pt x="503" y="659"/>
                    <a:pt x="647" y="503"/>
                    <a:pt x="647" y="324"/>
                  </a:cubicBezTo>
                  <a:cubicBezTo>
                    <a:pt x="647" y="144"/>
                    <a:pt x="503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44"/>
            <p:cNvSpPr/>
            <p:nvPr/>
          </p:nvSpPr>
          <p:spPr>
            <a:xfrm>
              <a:off x="1882275" y="1675350"/>
              <a:ext cx="18875" cy="16475"/>
            </a:xfrm>
            <a:custGeom>
              <a:rect b="b" l="l" r="r" t="t"/>
              <a:pathLst>
                <a:path extrusionOk="0" h="659" w="755">
                  <a:moveTo>
                    <a:pt x="432" y="0"/>
                  </a:moveTo>
                  <a:cubicBezTo>
                    <a:pt x="144" y="0"/>
                    <a:pt x="0" y="348"/>
                    <a:pt x="204" y="563"/>
                  </a:cubicBezTo>
                  <a:cubicBezTo>
                    <a:pt x="269" y="629"/>
                    <a:pt x="350" y="658"/>
                    <a:pt x="429" y="658"/>
                  </a:cubicBezTo>
                  <a:cubicBezTo>
                    <a:pt x="595" y="658"/>
                    <a:pt x="755" y="527"/>
                    <a:pt x="755" y="324"/>
                  </a:cubicBezTo>
                  <a:cubicBezTo>
                    <a:pt x="755" y="144"/>
                    <a:pt x="611" y="0"/>
                    <a:pt x="4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44"/>
            <p:cNvSpPr/>
            <p:nvPr/>
          </p:nvSpPr>
          <p:spPr>
            <a:xfrm>
              <a:off x="1941550" y="1675350"/>
              <a:ext cx="16200" cy="16500"/>
            </a:xfrm>
            <a:custGeom>
              <a:rect b="b" l="l" r="r" t="t"/>
              <a:pathLst>
                <a:path extrusionOk="0" h="660" w="648">
                  <a:moveTo>
                    <a:pt x="324" y="0"/>
                  </a:moveTo>
                  <a:cubicBezTo>
                    <a:pt x="145" y="0"/>
                    <a:pt x="1" y="144"/>
                    <a:pt x="1" y="324"/>
                  </a:cubicBezTo>
                  <a:cubicBezTo>
                    <a:pt x="1" y="503"/>
                    <a:pt x="145" y="659"/>
                    <a:pt x="324" y="659"/>
                  </a:cubicBezTo>
                  <a:cubicBezTo>
                    <a:pt x="504" y="659"/>
                    <a:pt x="648" y="503"/>
                    <a:pt x="648" y="324"/>
                  </a:cubicBezTo>
                  <a:cubicBezTo>
                    <a:pt x="648" y="144"/>
                    <a:pt x="504" y="0"/>
                    <a:pt x="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44"/>
            <p:cNvSpPr/>
            <p:nvPr/>
          </p:nvSpPr>
          <p:spPr>
            <a:xfrm>
              <a:off x="1998150" y="1675350"/>
              <a:ext cx="16500" cy="16500"/>
            </a:xfrm>
            <a:custGeom>
              <a:rect b="b" l="l" r="r" t="t"/>
              <a:pathLst>
                <a:path extrusionOk="0" h="660" w="660">
                  <a:moveTo>
                    <a:pt x="336" y="0"/>
                  </a:moveTo>
                  <a:cubicBezTo>
                    <a:pt x="156" y="0"/>
                    <a:pt x="0" y="144"/>
                    <a:pt x="0" y="324"/>
                  </a:cubicBezTo>
                  <a:cubicBezTo>
                    <a:pt x="0" y="503"/>
                    <a:pt x="156" y="659"/>
                    <a:pt x="336" y="659"/>
                  </a:cubicBezTo>
                  <a:cubicBezTo>
                    <a:pt x="504" y="659"/>
                    <a:pt x="659" y="503"/>
                    <a:pt x="659" y="324"/>
                  </a:cubicBezTo>
                  <a:cubicBezTo>
                    <a:pt x="659" y="144"/>
                    <a:pt x="504" y="0"/>
                    <a:pt x="3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44"/>
            <p:cNvSpPr/>
            <p:nvPr/>
          </p:nvSpPr>
          <p:spPr>
            <a:xfrm>
              <a:off x="2052050" y="1675350"/>
              <a:ext cx="19175" cy="16475"/>
            </a:xfrm>
            <a:custGeom>
              <a:rect b="b" l="l" r="r" t="t"/>
              <a:pathLst>
                <a:path extrusionOk="0" h="659" w="767">
                  <a:moveTo>
                    <a:pt x="444" y="0"/>
                  </a:moveTo>
                  <a:cubicBezTo>
                    <a:pt x="156" y="0"/>
                    <a:pt x="0" y="348"/>
                    <a:pt x="216" y="563"/>
                  </a:cubicBezTo>
                  <a:cubicBezTo>
                    <a:pt x="281" y="629"/>
                    <a:pt x="362" y="658"/>
                    <a:pt x="441" y="658"/>
                  </a:cubicBezTo>
                  <a:cubicBezTo>
                    <a:pt x="607" y="658"/>
                    <a:pt x="767" y="527"/>
                    <a:pt x="767" y="324"/>
                  </a:cubicBezTo>
                  <a:cubicBezTo>
                    <a:pt x="767" y="144"/>
                    <a:pt x="623" y="0"/>
                    <a:pt x="4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6" name="Google Shape;3176;p44"/>
          <p:cNvSpPr/>
          <p:nvPr/>
        </p:nvSpPr>
        <p:spPr>
          <a:xfrm>
            <a:off x="6852626" y="677006"/>
            <a:ext cx="2291376" cy="259160"/>
          </a:xfrm>
          <a:custGeom>
            <a:rect b="b" l="l" r="r" t="t"/>
            <a:pathLst>
              <a:path extrusionOk="0" h="7750" w="68522">
                <a:moveTo>
                  <a:pt x="1" y="0"/>
                </a:moveTo>
                <a:lnTo>
                  <a:pt x="1" y="7750"/>
                </a:lnTo>
                <a:lnTo>
                  <a:pt x="68522" y="7750"/>
                </a:lnTo>
                <a:lnTo>
                  <a:pt x="6852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7" name="Google Shape;3177;p44"/>
          <p:cNvSpPr/>
          <p:nvPr/>
        </p:nvSpPr>
        <p:spPr>
          <a:xfrm rot="5400000">
            <a:off x="580899" y="4194150"/>
            <a:ext cx="368466" cy="1530255"/>
          </a:xfrm>
          <a:custGeom>
            <a:rect b="b" l="l" r="r" t="t"/>
            <a:pathLst>
              <a:path extrusionOk="0" h="79888" w="19236">
                <a:moveTo>
                  <a:pt x="1" y="1"/>
                </a:moveTo>
                <a:lnTo>
                  <a:pt x="1" y="79888"/>
                </a:lnTo>
                <a:lnTo>
                  <a:pt x="19236" y="79888"/>
                </a:lnTo>
                <a:lnTo>
                  <a:pt x="1923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7ECD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eko"/>
              <a:buNone/>
              <a:defRPr sz="40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2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ind"/>
              <a:buChar char="●"/>
              <a:defRPr sz="1800"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●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ind"/>
              <a:buChar char="○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Hind"/>
              <a:buChar char="■"/>
              <a:defRPr>
                <a:solidFill>
                  <a:schemeClr val="dk1"/>
                </a:solidFill>
                <a:latin typeface="Hind"/>
                <a:ea typeface="Hind"/>
                <a:cs typeface="Hind"/>
                <a:sym typeface="Hi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p45"/>
          <p:cNvSpPr txBox="1"/>
          <p:nvPr>
            <p:ph type="ctrTitle"/>
          </p:nvPr>
        </p:nvSpPr>
        <p:spPr>
          <a:xfrm>
            <a:off x="713225" y="2148550"/>
            <a:ext cx="7726800" cy="88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Analisis Survey eChannel Fintech eCommerce dan eLifestyle</a:t>
            </a:r>
            <a:endParaRPr sz="5700"/>
          </a:p>
        </p:txBody>
      </p:sp>
      <p:sp>
        <p:nvSpPr>
          <p:cNvPr id="3183" name="Google Shape;3183;p45"/>
          <p:cNvSpPr txBox="1"/>
          <p:nvPr>
            <p:ph idx="1" type="subTitle"/>
          </p:nvPr>
        </p:nvSpPr>
        <p:spPr>
          <a:xfrm>
            <a:off x="643350" y="3279675"/>
            <a:ext cx="7726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Fernaldi Fauzie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18219099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Sistem dan Teknologi Informasi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46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Cleansing</a:t>
            </a:r>
            <a:endParaRPr/>
          </a:p>
        </p:txBody>
      </p:sp>
      <p:pic>
        <p:nvPicPr>
          <p:cNvPr id="3189" name="Google Shape;3189;p46"/>
          <p:cNvPicPr preferRelativeResize="0"/>
          <p:nvPr/>
        </p:nvPicPr>
        <p:blipFill rotWithShape="1">
          <a:blip r:embed="rId3">
            <a:alphaModFix/>
          </a:blip>
          <a:srcRect b="0" l="6419" r="0" t="0"/>
          <a:stretch/>
        </p:blipFill>
        <p:spPr>
          <a:xfrm>
            <a:off x="4625" y="2010938"/>
            <a:ext cx="9144000" cy="1664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47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Mengolah Data Surveyor untuk Data Cleansing</a:t>
            </a:r>
            <a:endParaRPr/>
          </a:p>
        </p:txBody>
      </p:sp>
      <p:pic>
        <p:nvPicPr>
          <p:cNvPr id="3195" name="Google Shape;3195;p47"/>
          <p:cNvPicPr preferRelativeResize="0"/>
          <p:nvPr/>
        </p:nvPicPr>
        <p:blipFill rotWithShape="1">
          <a:blip r:embed="rId3">
            <a:alphaModFix/>
          </a:blip>
          <a:srcRect b="0" l="5515" r="1009" t="0"/>
          <a:stretch/>
        </p:blipFill>
        <p:spPr>
          <a:xfrm>
            <a:off x="546663" y="1356088"/>
            <a:ext cx="8050676" cy="297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p48"/>
          <p:cNvSpPr txBox="1"/>
          <p:nvPr>
            <p:ph type="title"/>
          </p:nvPr>
        </p:nvSpPr>
        <p:spPr>
          <a:xfrm>
            <a:off x="713225" y="0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Lanjutan Mengolah Data Surveyor untuk Data Cleansing</a:t>
            </a:r>
            <a:endParaRPr/>
          </a:p>
        </p:txBody>
      </p:sp>
      <p:pic>
        <p:nvPicPr>
          <p:cNvPr id="3201" name="Google Shape;320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75" y="1356500"/>
            <a:ext cx="8572500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5" name="Shape 3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Google Shape;3206;p49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7" name="Google Shape;3207;p49"/>
          <p:cNvSpPr txBox="1"/>
          <p:nvPr>
            <p:ph idx="1" type="subTitle"/>
          </p:nvPr>
        </p:nvSpPr>
        <p:spPr>
          <a:xfrm>
            <a:off x="718673" y="1217800"/>
            <a:ext cx="73773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08" name="Google Shape;32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371475"/>
            <a:ext cx="7886700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2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0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Cleansing</a:t>
            </a:r>
            <a:endParaRPr/>
          </a:p>
        </p:txBody>
      </p:sp>
      <p:pic>
        <p:nvPicPr>
          <p:cNvPr id="3214" name="Google Shape;321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00503"/>
            <a:ext cx="9143999" cy="2904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8" name="Shape 3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9" name="Google Shape;3219;p51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Latar Belakang Responden</a:t>
            </a:r>
            <a:endParaRPr/>
          </a:p>
        </p:txBody>
      </p:sp>
      <p:pic>
        <p:nvPicPr>
          <p:cNvPr id="3220" name="Google Shape;322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8894"/>
            <a:ext cx="9144000" cy="226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52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p52"/>
          <p:cNvSpPr txBox="1"/>
          <p:nvPr>
            <p:ph idx="1" type="subTitle"/>
          </p:nvPr>
        </p:nvSpPr>
        <p:spPr>
          <a:xfrm>
            <a:off x="718673" y="1217800"/>
            <a:ext cx="73773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27" name="Google Shape;322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" y="361950"/>
            <a:ext cx="893445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2" name="Google Shape;3232;p53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Dengan cara yang sama bisa didapat :</a:t>
            </a:r>
            <a:endParaRPr/>
          </a:p>
        </p:txBody>
      </p:sp>
      <p:pic>
        <p:nvPicPr>
          <p:cNvPr id="3233" name="Google Shape;323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381" y="1217800"/>
            <a:ext cx="5749244" cy="39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54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Analisis Aplikasi</a:t>
            </a:r>
            <a:endParaRPr/>
          </a:p>
        </p:txBody>
      </p:sp>
      <p:pic>
        <p:nvPicPr>
          <p:cNvPr id="3239" name="Google Shape;3239;p54"/>
          <p:cNvPicPr preferRelativeResize="0"/>
          <p:nvPr/>
        </p:nvPicPr>
        <p:blipFill rotWithShape="1">
          <a:blip r:embed="rId3">
            <a:alphaModFix/>
          </a:blip>
          <a:srcRect b="29328" l="0" r="0" t="0"/>
          <a:stretch/>
        </p:blipFill>
        <p:spPr>
          <a:xfrm>
            <a:off x="83850" y="1502487"/>
            <a:ext cx="9144001" cy="282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3" name="Shape 3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4" name="Google Shape;3244;p55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Lanjutan Analisis Aplikasi</a:t>
            </a:r>
            <a:endParaRPr/>
          </a:p>
        </p:txBody>
      </p:sp>
      <p:sp>
        <p:nvSpPr>
          <p:cNvPr id="3245" name="Google Shape;3245;p55"/>
          <p:cNvSpPr txBox="1"/>
          <p:nvPr>
            <p:ph idx="1" type="subTitle"/>
          </p:nvPr>
        </p:nvSpPr>
        <p:spPr>
          <a:xfrm>
            <a:off x="718673" y="1217800"/>
            <a:ext cx="7377300" cy="3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latin typeface="Teko"/>
                <a:ea typeface="Teko"/>
                <a:cs typeface="Teko"/>
                <a:sym typeface="Teko"/>
              </a:rPr>
              <a:t>N.B. Kode yang terpotong adalah sebagai berikut :</a:t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>
                <a:latin typeface="Teko"/>
                <a:ea typeface="Teko"/>
                <a:cs typeface="Teko"/>
                <a:sym typeface="Teko"/>
              </a:rPr>
              <a:t>app['Aplikasi Biasa Digunakan Untuk WFH/SFH'] = app['Aplikasi Biasa Digunakan Untuk WFH/SFH'].map(str) + ' ' + app['Unnamed: 186'].map(str) + ' ' + app['Unnamed: 187'].map(str) + ' ' +app['Unnamed: 188'].map(str) + ' ' +app['Unnamed: 189'].map(str) + ' ' +app['Unnamed: 190'].map(str) + ' ' +app['Unnamed: 191'].map(str)</a:t>
            </a:r>
            <a:endParaRPr sz="2000">
              <a:latin typeface="Teko"/>
              <a:ea typeface="Teko"/>
              <a:cs typeface="Teko"/>
              <a:sym typeface="Teko"/>
            </a:endParaRPr>
          </a:p>
        </p:txBody>
      </p:sp>
      <p:pic>
        <p:nvPicPr>
          <p:cNvPr id="3246" name="Google Shape;324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" y="1217808"/>
            <a:ext cx="9144002" cy="2051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0" name="Shape 3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1" name="Google Shape;3251;p56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Lanjutan Analisis Aplikasi</a:t>
            </a:r>
            <a:endParaRPr/>
          </a:p>
        </p:txBody>
      </p:sp>
      <p:sp>
        <p:nvSpPr>
          <p:cNvPr id="3252" name="Google Shape;3252;p56"/>
          <p:cNvSpPr txBox="1"/>
          <p:nvPr>
            <p:ph idx="1" type="subTitle"/>
          </p:nvPr>
        </p:nvSpPr>
        <p:spPr>
          <a:xfrm>
            <a:off x="718675" y="1217800"/>
            <a:ext cx="73773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latin typeface="Teko"/>
                <a:ea typeface="Teko"/>
                <a:cs typeface="Teko"/>
                <a:sym typeface="Teko"/>
              </a:rPr>
              <a:t>N</a:t>
            </a:r>
            <a:r>
              <a:rPr lang="en" sz="2000">
                <a:latin typeface="Teko"/>
                <a:ea typeface="Teko"/>
                <a:cs typeface="Teko"/>
                <a:sym typeface="Teko"/>
              </a:rPr>
              <a:t>.B. Kode yang terpotong adalah sebagai berikut :</a:t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latin typeface="Teko"/>
                <a:ea typeface="Teko"/>
                <a:cs typeface="Teko"/>
                <a:sym typeface="Teko"/>
              </a:rPr>
              <a:t>apph = app['Aplikasi Biasa Digunakan Untuk WFH/SFH'].str.extractall(f'({"|".join(["Whatsapp", "Zoom", "Google Meet", "Microsoft Team", "Cisco Webex", "Skype for Business", "GoToMeeting"])})')[0].value_counts('percent').plot.barh(title = 'Aplikasi yang Biasa Digunakan Untuk Work From Home/School From Home')</a:t>
            </a:r>
            <a:endParaRPr sz="20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53" name="Google Shape;325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5" y="1217792"/>
            <a:ext cx="9144002" cy="1947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7" name="Shape 3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8" name="Google Shape;3258;p57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Hasil Analisis Aplikasi</a:t>
            </a:r>
            <a:endParaRPr/>
          </a:p>
        </p:txBody>
      </p:sp>
      <p:pic>
        <p:nvPicPr>
          <p:cNvPr id="3259" name="Google Shape;325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1141600"/>
            <a:ext cx="742950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3" name="Shape 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4" name="Google Shape;3264;p58"/>
          <p:cNvSpPr txBox="1"/>
          <p:nvPr>
            <p:ph type="title"/>
          </p:nvPr>
        </p:nvSpPr>
        <p:spPr>
          <a:xfrm>
            <a:off x="713225" y="445025"/>
            <a:ext cx="772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Dengan Cara yang Sama Didapat :</a:t>
            </a:r>
            <a:endParaRPr/>
          </a:p>
        </p:txBody>
      </p:sp>
      <p:pic>
        <p:nvPicPr>
          <p:cNvPr id="3265" name="Google Shape;326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925" y="1312988"/>
            <a:ext cx="4876800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9" name="Shape 3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0" name="Google Shape;327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657225"/>
            <a:ext cx="7620000" cy="38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4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5" name="Google Shape;327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63" y="619125"/>
            <a:ext cx="7743825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9" name="Shape 3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0" name="Google Shape;328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113" y="604838"/>
            <a:ext cx="6677025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4" name="Shape 3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5" name="Google Shape;328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450" y="661975"/>
            <a:ext cx="71723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9" name="Shape 3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0" name="Google Shape;3290;p63"/>
          <p:cNvSpPr txBox="1"/>
          <p:nvPr>
            <p:ph type="title"/>
          </p:nvPr>
        </p:nvSpPr>
        <p:spPr>
          <a:xfrm>
            <a:off x="2799575" y="0"/>
            <a:ext cx="3597600" cy="6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Uji Statistik</a:t>
            </a:r>
            <a:endParaRPr sz="4000"/>
          </a:p>
        </p:txBody>
      </p:sp>
      <p:pic>
        <p:nvPicPr>
          <p:cNvPr id="3291" name="Google Shape;3291;p63"/>
          <p:cNvPicPr preferRelativeResize="0"/>
          <p:nvPr/>
        </p:nvPicPr>
        <p:blipFill rotWithShape="1">
          <a:blip r:embed="rId3">
            <a:alphaModFix/>
          </a:blip>
          <a:srcRect b="0" l="0" r="1565" t="0"/>
          <a:stretch/>
        </p:blipFill>
        <p:spPr>
          <a:xfrm>
            <a:off x="0" y="1309338"/>
            <a:ext cx="4727600" cy="252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2" name="Google Shape;3292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969" y="1371737"/>
            <a:ext cx="4337030" cy="2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6" name="Shape 3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" name="Google Shape;3297;p64"/>
          <p:cNvSpPr txBox="1"/>
          <p:nvPr>
            <p:ph type="title"/>
          </p:nvPr>
        </p:nvSpPr>
        <p:spPr>
          <a:xfrm>
            <a:off x="2799575" y="0"/>
            <a:ext cx="3597600" cy="6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Uji Statistik</a:t>
            </a:r>
            <a:endParaRPr sz="4000"/>
          </a:p>
        </p:txBody>
      </p:sp>
      <p:pic>
        <p:nvPicPr>
          <p:cNvPr id="3298" name="Google Shape;329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9813"/>
            <a:ext cx="4823650" cy="24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9" name="Google Shape;329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650" y="1379450"/>
            <a:ext cx="4320351" cy="2384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65"/>
          <p:cNvSpPr txBox="1"/>
          <p:nvPr>
            <p:ph type="title"/>
          </p:nvPr>
        </p:nvSpPr>
        <p:spPr>
          <a:xfrm>
            <a:off x="2799575" y="0"/>
            <a:ext cx="3597600" cy="6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Uji Statistik</a:t>
            </a:r>
            <a:endParaRPr sz="4000"/>
          </a:p>
        </p:txBody>
      </p:sp>
      <p:pic>
        <p:nvPicPr>
          <p:cNvPr id="3305" name="Google Shape;330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2338"/>
            <a:ext cx="4836000" cy="243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6" name="Google Shape;330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000" y="1382863"/>
            <a:ext cx="4308000" cy="2377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0" name="Shape 3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1" name="Google Shape;3311;p66"/>
          <p:cNvSpPr txBox="1"/>
          <p:nvPr>
            <p:ph type="title"/>
          </p:nvPr>
        </p:nvSpPr>
        <p:spPr>
          <a:xfrm>
            <a:off x="2799575" y="0"/>
            <a:ext cx="3597600" cy="69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Uji Statistik</a:t>
            </a:r>
            <a:endParaRPr sz="4000"/>
          </a:p>
        </p:txBody>
      </p:sp>
      <p:pic>
        <p:nvPicPr>
          <p:cNvPr id="3312" name="Google Shape;331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1287"/>
            <a:ext cx="4822025" cy="28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3" name="Google Shape;3313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025" y="1376175"/>
            <a:ext cx="4321975" cy="2391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7" name="Shape 3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8" name="Google Shape;3318;p67"/>
          <p:cNvSpPr txBox="1"/>
          <p:nvPr>
            <p:ph idx="1" type="subTitle"/>
          </p:nvPr>
        </p:nvSpPr>
        <p:spPr>
          <a:xfrm>
            <a:off x="2892000" y="1800925"/>
            <a:ext cx="3360000" cy="197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0">
                <a:latin typeface="Teko"/>
                <a:ea typeface="Teko"/>
                <a:cs typeface="Teko"/>
                <a:sym typeface="Teko"/>
              </a:rPr>
              <a:t>TERIMA KASIH</a:t>
            </a:r>
            <a:endParaRPr sz="8000">
              <a:latin typeface="Teko"/>
              <a:ea typeface="Teko"/>
              <a:cs typeface="Teko"/>
              <a:sym typeface="Tek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oveo Abstract Pitch Deck by Slidesgo">
  <a:themeElements>
    <a:clrScheme name="Simple Light">
      <a:dk1>
        <a:srgbClr val="252525"/>
      </a:dk1>
      <a:lt1>
        <a:srgbClr val="FFFFFF"/>
      </a:lt1>
      <a:dk2>
        <a:srgbClr val="FBBA00"/>
      </a:dk2>
      <a:lt2>
        <a:srgbClr val="F7ECD9"/>
      </a:lt2>
      <a:accent1>
        <a:srgbClr val="E73843"/>
      </a:accent1>
      <a:accent2>
        <a:srgbClr val="0065B0"/>
      </a:accent2>
      <a:accent3>
        <a:srgbClr val="E6D4AA"/>
      </a:accent3>
      <a:accent4>
        <a:srgbClr val="E73843"/>
      </a:accent4>
      <a:accent5>
        <a:srgbClr val="0065B0"/>
      </a:accent5>
      <a:accent6>
        <a:srgbClr val="FBBA00"/>
      </a:accent6>
      <a:hlink>
        <a:srgbClr val="E738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